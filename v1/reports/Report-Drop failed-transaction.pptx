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8370D6-44E5-4DBA-A70E-C3630C132B26}">
          <p14:sldIdLst>
            <p14:sldId id="256"/>
            <p14:sldId id="264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5EAA6-EBEA-4E25-BFF3-658DD9B5B814}" v="8" dt="2025-10-23T22:09:49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sav Kundu" userId="a21929a9d8c8b5d8" providerId="LiveId" clId="{51C4D88A-08BC-4A33-B158-7BBEBC2962C2}"/>
    <pc:docChg chg="undo custSel modSld">
      <pc:chgData name="Utsav Kundu" userId="a21929a9d8c8b5d8" providerId="LiveId" clId="{51C4D88A-08BC-4A33-B158-7BBEBC2962C2}" dt="2025-10-23T22:09:49.862" v="66" actId="27636"/>
      <pc:docMkLst>
        <pc:docMk/>
      </pc:docMkLst>
      <pc:sldChg chg="addSp delSp modSp mod setBg addAnim setClrOvrMap delDesignElem">
        <pc:chgData name="Utsav Kundu" userId="a21929a9d8c8b5d8" providerId="LiveId" clId="{51C4D88A-08BC-4A33-B158-7BBEBC2962C2}" dt="2025-10-23T22:07:45.763" v="23"/>
        <pc:sldMkLst>
          <pc:docMk/>
          <pc:sldMk cId="98168696" sldId="256"/>
        </pc:sldMkLst>
        <pc:spChg chg="mod ord">
          <ac:chgData name="Utsav Kundu" userId="a21929a9d8c8b5d8" providerId="LiveId" clId="{51C4D88A-08BC-4A33-B158-7BBEBC2962C2}" dt="2025-10-23T22:07:45.763" v="23"/>
          <ac:spMkLst>
            <pc:docMk/>
            <pc:sldMk cId="98168696" sldId="256"/>
            <ac:spMk id="2" creationId="{E8FBB73E-8382-A1CA-0F2D-A74B3C522D8E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8168696" sldId="256"/>
            <ac:spMk id="3" creationId="{EF9E6010-D294-E6E1-00D8-6B07982787E1}"/>
          </ac:spMkLst>
        </pc:spChg>
        <pc:spChg chg="add del">
          <ac:chgData name="Utsav Kundu" userId="a21929a9d8c8b5d8" providerId="LiveId" clId="{51C4D88A-08BC-4A33-B158-7BBEBC2962C2}" dt="2025-10-23T22:05:57.549" v="13"/>
          <ac:spMkLst>
            <pc:docMk/>
            <pc:sldMk cId="98168696" sldId="256"/>
            <ac:spMk id="8" creationId="{27577DEC-D9A5-404D-9789-702F4319BEC8}"/>
          </ac:spMkLst>
        </pc:spChg>
        <pc:spChg chg="add del">
          <ac:chgData name="Utsav Kundu" userId="a21929a9d8c8b5d8" providerId="LiveId" clId="{51C4D88A-08BC-4A33-B158-7BBEBC2962C2}" dt="2025-10-23T22:05:25.986" v="1" actId="26606"/>
          <ac:spMkLst>
            <pc:docMk/>
            <pc:sldMk cId="98168696" sldId="256"/>
            <ac:spMk id="10" creationId="{5A7802B6-FF37-40CF-A7E2-6F2A0D9A91EF}"/>
          </ac:spMkLst>
        </pc:spChg>
        <pc:grpChg chg="add del">
          <ac:chgData name="Utsav Kundu" userId="a21929a9d8c8b5d8" providerId="LiveId" clId="{51C4D88A-08BC-4A33-B158-7BBEBC2962C2}" dt="2025-10-23T22:05:57.549" v="13"/>
          <ac:grpSpMkLst>
            <pc:docMk/>
            <pc:sldMk cId="98168696" sldId="256"/>
            <ac:grpSpMk id="20" creationId="{CEEA9366-CEA8-4F23-B065-4337F0D836FE}"/>
          </ac:grpSpMkLst>
        </pc:grpChg>
        <pc:picChg chg="add del">
          <ac:chgData name="Utsav Kundu" userId="a21929a9d8c8b5d8" providerId="LiveId" clId="{51C4D88A-08BC-4A33-B158-7BBEBC2962C2}" dt="2025-10-23T22:05:25.986" v="1" actId="26606"/>
          <ac:picMkLst>
            <pc:docMk/>
            <pc:sldMk cId="98168696" sldId="256"/>
            <ac:picMk id="7" creationId="{31EE7193-1169-F07C-C5F5-1F3196D60667}"/>
          </ac:picMkLst>
        </pc:picChg>
      </pc:sldChg>
      <pc:sldChg chg="modSp mod">
        <pc:chgData name="Utsav Kundu" userId="a21929a9d8c8b5d8" providerId="LiveId" clId="{51C4D88A-08BC-4A33-B158-7BBEBC2962C2}" dt="2025-10-23T22:09:49.862" v="66" actId="27636"/>
        <pc:sldMkLst>
          <pc:docMk/>
          <pc:sldMk cId="964144235" sldId="257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2" creationId="{CB1C079F-FB62-C923-6384-C256C8824E43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3" creationId="{131FCA20-8186-20E6-49D9-2FFA6D3C36AE}"/>
          </ac:spMkLst>
        </pc:spChg>
        <pc:spChg chg="mod">
          <ac:chgData name="Utsav Kundu" userId="a21929a9d8c8b5d8" providerId="LiveId" clId="{51C4D88A-08BC-4A33-B158-7BBEBC2962C2}" dt="2025-10-23T22:08:59.594" v="56"/>
          <ac:spMkLst>
            <pc:docMk/>
            <pc:sldMk cId="964144235" sldId="257"/>
            <ac:spMk id="4" creationId="{899A3F05-E640-0DBF-3070-4AF8467BEB3A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5" creationId="{1166A6B3-2A43-123C-1ACF-522D28C9AB9E}"/>
          </ac:spMkLst>
        </pc:spChg>
        <pc:spChg chg="mod">
          <ac:chgData name="Utsav Kundu" userId="a21929a9d8c8b5d8" providerId="LiveId" clId="{51C4D88A-08BC-4A33-B158-7BBEBC2962C2}" dt="2025-10-23T22:09:25.470" v="61" actId="27636"/>
          <ac:spMkLst>
            <pc:docMk/>
            <pc:sldMk cId="964144235" sldId="257"/>
            <ac:spMk id="6" creationId="{34E02B68-8E64-3114-82FC-D7BE036517B1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7" creationId="{A15B67EC-6A2A-80D3-5688-2809A2F5C130}"/>
          </ac:spMkLst>
        </pc:spChg>
        <pc:spChg chg="mod">
          <ac:chgData name="Utsav Kundu" userId="a21929a9d8c8b5d8" providerId="LiveId" clId="{51C4D88A-08BC-4A33-B158-7BBEBC2962C2}" dt="2025-10-23T22:09:49.862" v="66" actId="27636"/>
          <ac:spMkLst>
            <pc:docMk/>
            <pc:sldMk cId="964144235" sldId="257"/>
            <ac:spMk id="8" creationId="{9D383048-974F-36F2-D89E-94900C0F6D66}"/>
          </ac:spMkLst>
        </pc:spChg>
      </pc:sldChg>
      <pc:sldChg chg="modSp mod">
        <pc:chgData name="Utsav Kundu" userId="a21929a9d8c8b5d8" providerId="LiveId" clId="{51C4D88A-08BC-4A33-B158-7BBEBC2962C2}" dt="2025-10-23T22:07:45.890" v="26" actId="27636"/>
        <pc:sldMkLst>
          <pc:docMk/>
          <pc:sldMk cId="1541606462" sldId="259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1541606462" sldId="259"/>
            <ac:spMk id="2" creationId="{F529C4DE-C7B2-4DAC-05B2-F02F7EE0E9B8}"/>
          </ac:spMkLst>
        </pc:spChg>
        <pc:spChg chg="mod">
          <ac:chgData name="Utsav Kundu" userId="a21929a9d8c8b5d8" providerId="LiveId" clId="{51C4D88A-08BC-4A33-B158-7BBEBC2962C2}" dt="2025-10-23T22:07:45.890" v="26" actId="27636"/>
          <ac:spMkLst>
            <pc:docMk/>
            <pc:sldMk cId="1541606462" sldId="259"/>
            <ac:spMk id="3" creationId="{333FC919-9E02-E1F3-514D-957F21DFD5D7}"/>
          </ac:spMkLst>
        </pc:spChg>
        <pc:picChg chg="mod">
          <ac:chgData name="Utsav Kundu" userId="a21929a9d8c8b5d8" providerId="LiveId" clId="{51C4D88A-08BC-4A33-B158-7BBEBC2962C2}" dt="2025-10-23T22:07:45.763" v="23"/>
          <ac:picMkLst>
            <pc:docMk/>
            <pc:sldMk cId="1541606462" sldId="259"/>
            <ac:picMk id="6" creationId="{3837F680-8EB6-552A-157A-80955F24C5BE}"/>
          </ac:picMkLst>
        </pc:picChg>
      </pc:sldChg>
      <pc:sldChg chg="modSp mod">
        <pc:chgData name="Utsav Kundu" userId="a21929a9d8c8b5d8" providerId="LiveId" clId="{51C4D88A-08BC-4A33-B158-7BBEBC2962C2}" dt="2025-10-23T22:07:45.912" v="29" actId="27636"/>
        <pc:sldMkLst>
          <pc:docMk/>
          <pc:sldMk cId="41123369" sldId="260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2" creationId="{4F0DC8D6-8DA0-CFAE-E5E6-DB845087C3D2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3" creationId="{ACC592D1-3A49-A3E9-988D-96E037A3C697}"/>
          </ac:spMkLst>
        </pc:spChg>
        <pc:spChg chg="mod">
          <ac:chgData name="Utsav Kundu" userId="a21929a9d8c8b5d8" providerId="LiveId" clId="{51C4D88A-08BC-4A33-B158-7BBEBC2962C2}" dt="2025-10-23T22:07:45.899" v="27" actId="27636"/>
          <ac:spMkLst>
            <pc:docMk/>
            <pc:sldMk cId="41123369" sldId="260"/>
            <ac:spMk id="4" creationId="{E7CD11EB-5B17-A120-70CD-F5FC7D550723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5" creationId="{1FF55488-01A6-11F3-67D2-C72CEDB97B03}"/>
          </ac:spMkLst>
        </pc:spChg>
        <pc:spChg chg="mod">
          <ac:chgData name="Utsav Kundu" userId="a21929a9d8c8b5d8" providerId="LiveId" clId="{51C4D88A-08BC-4A33-B158-7BBEBC2962C2}" dt="2025-10-23T22:07:45.912" v="29" actId="27636"/>
          <ac:spMkLst>
            <pc:docMk/>
            <pc:sldMk cId="41123369" sldId="260"/>
            <ac:spMk id="6" creationId="{654DF529-0A15-631F-678A-F880FED64F34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7" creationId="{10F71B54-6A96-367C-4FE0-203BB0F60EA5}"/>
          </ac:spMkLst>
        </pc:spChg>
        <pc:spChg chg="mod">
          <ac:chgData name="Utsav Kundu" userId="a21929a9d8c8b5d8" providerId="LiveId" clId="{51C4D88A-08BC-4A33-B158-7BBEBC2962C2}" dt="2025-10-23T22:07:45.907" v="28" actId="27636"/>
          <ac:spMkLst>
            <pc:docMk/>
            <pc:sldMk cId="41123369" sldId="260"/>
            <ac:spMk id="8" creationId="{4203324B-494A-B8CF-D474-EB0D75FAD7C4}"/>
          </ac:spMkLst>
        </pc:spChg>
      </pc:sldChg>
      <pc:sldChg chg="delSp modSp mod delDesignElem">
        <pc:chgData name="Utsav Kundu" userId="a21929a9d8c8b5d8" providerId="LiveId" clId="{51C4D88A-08BC-4A33-B158-7BBEBC2962C2}" dt="2025-10-23T22:07:45.927" v="30" actId="27636"/>
        <pc:sldMkLst>
          <pc:docMk/>
          <pc:sldMk cId="3646817343" sldId="262"/>
        </pc:sldMkLst>
        <pc:spChg chg="mod">
          <ac:chgData name="Utsav Kundu" userId="a21929a9d8c8b5d8" providerId="LiveId" clId="{51C4D88A-08BC-4A33-B158-7BBEBC2962C2}" dt="2025-10-23T22:07:45.927" v="30" actId="27636"/>
          <ac:spMkLst>
            <pc:docMk/>
            <pc:sldMk cId="3646817343" sldId="262"/>
            <ac:spMk id="3" creationId="{A8F26639-BBA7-C64C-91B0-826C47D9862D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46" creationId="{9F4444CE-BC8D-4D61-B303-4C05614E62AB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48" creationId="{62423CA5-E2E1-4789-B759-9906C1C94063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50" creationId="{73772B81-181F-48B7-8826-4D9686D15DF5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52" creationId="{B2205F6E-03C6-4E92-877C-E2482F6599AA}"/>
          </ac:spMkLst>
        </pc:spChg>
        <pc:grpChg chg="del">
          <ac:chgData name="Utsav Kundu" userId="a21929a9d8c8b5d8" providerId="LiveId" clId="{51C4D88A-08BC-4A33-B158-7BBEBC2962C2}" dt="2025-10-23T22:05:57.549" v="13"/>
          <ac:grpSpMkLst>
            <pc:docMk/>
            <pc:sldMk cId="3646817343" sldId="262"/>
            <ac:grpSpMk id="34" creationId="{1F2B4773-3207-44CC-B7AC-892B70498211}"/>
          </ac:grpSpMkLst>
        </pc:grpChg>
      </pc:sldChg>
      <pc:sldChg chg="delSp modSp mod delDesignElem">
        <pc:chgData name="Utsav Kundu" userId="a21929a9d8c8b5d8" providerId="LiveId" clId="{51C4D88A-08BC-4A33-B158-7BBEBC2962C2}" dt="2025-10-23T22:07:45.942" v="32" actId="27636"/>
        <pc:sldMkLst>
          <pc:docMk/>
          <pc:sldMk cId="712491672" sldId="263"/>
        </pc:sldMkLst>
        <pc:spChg chg="mod">
          <ac:chgData name="Utsav Kundu" userId="a21929a9d8c8b5d8" providerId="LiveId" clId="{51C4D88A-08BC-4A33-B158-7BBEBC2962C2}" dt="2025-10-23T22:07:45.934" v="31" actId="27636"/>
          <ac:spMkLst>
            <pc:docMk/>
            <pc:sldMk cId="712491672" sldId="263"/>
            <ac:spMk id="2" creationId="{B9BFF2CD-6CC3-0DA0-8EA4-48A99B063EA6}"/>
          </ac:spMkLst>
        </pc:spChg>
        <pc:spChg chg="mod">
          <ac:chgData name="Utsav Kundu" userId="a21929a9d8c8b5d8" providerId="LiveId" clId="{51C4D88A-08BC-4A33-B158-7BBEBC2962C2}" dt="2025-10-23T22:07:45.942" v="32" actId="27636"/>
          <ac:spMkLst>
            <pc:docMk/>
            <pc:sldMk cId="712491672" sldId="263"/>
            <ac:spMk id="3" creationId="{ACDB26A3-F238-C138-8BA1-129BBD57A57D}"/>
          </ac:spMkLst>
        </pc:spChg>
        <pc:grpChg chg="del">
          <ac:chgData name="Utsav Kundu" userId="a21929a9d8c8b5d8" providerId="LiveId" clId="{51C4D88A-08BC-4A33-B158-7BBEBC2962C2}" dt="2025-10-23T22:05:57.549" v="13"/>
          <ac:grpSpMkLst>
            <pc:docMk/>
            <pc:sldMk cId="712491672" sldId="263"/>
            <ac:grpSpMk id="71" creationId="{1F2B4773-3207-44CC-B7AC-892B70498211}"/>
          </ac:grpSpMkLst>
        </pc:grpChg>
      </pc:sldChg>
      <pc:sldChg chg="addSp delSp modSp mod">
        <pc:chgData name="Utsav Kundu" userId="a21929a9d8c8b5d8" providerId="LiveId" clId="{51C4D88A-08BC-4A33-B158-7BBEBC2962C2}" dt="2025-10-23T22:08:21.228" v="53" actId="20577"/>
        <pc:sldMkLst>
          <pc:docMk/>
          <pc:sldMk cId="1348288268" sldId="264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1348288268" sldId="264"/>
            <ac:spMk id="2" creationId="{A4F0C4BA-42C1-E722-7F42-8D5383E0E331}"/>
          </ac:spMkLst>
        </pc:spChg>
        <pc:spChg chg="add del">
          <ac:chgData name="Utsav Kundu" userId="a21929a9d8c8b5d8" providerId="LiveId" clId="{51C4D88A-08BC-4A33-B158-7BBEBC2962C2}" dt="2025-10-23T22:05:40.566" v="9" actId="26606"/>
          <ac:spMkLst>
            <pc:docMk/>
            <pc:sldMk cId="1348288268" sldId="264"/>
            <ac:spMk id="3" creationId="{7668E89F-BFB3-E182-2D65-FDE56EAD3279}"/>
          </ac:spMkLst>
        </pc:spChg>
        <pc:spChg chg="mod">
          <ac:chgData name="Utsav Kundu" userId="a21929a9d8c8b5d8" providerId="LiveId" clId="{51C4D88A-08BC-4A33-B158-7BBEBC2962C2}" dt="2025-10-23T22:08:21.228" v="53" actId="20577"/>
          <ac:spMkLst>
            <pc:docMk/>
            <pc:sldMk cId="1348288268" sldId="264"/>
            <ac:spMk id="4" creationId="{14944E84-5D30-C593-7F87-6494111D1180}"/>
          </ac:spMkLst>
        </pc:spChg>
        <pc:graphicFrameChg chg="add del">
          <ac:chgData name="Utsav Kundu" userId="a21929a9d8c8b5d8" providerId="LiveId" clId="{51C4D88A-08BC-4A33-B158-7BBEBC2962C2}" dt="2025-10-23T22:05:39.150" v="6" actId="26606"/>
          <ac:graphicFrameMkLst>
            <pc:docMk/>
            <pc:sldMk cId="1348288268" sldId="264"/>
            <ac:graphicFrameMk id="6" creationId="{E0101192-295D-E527-C642-AEFAC874005D}"/>
          </ac:graphicFrameMkLst>
        </pc:graphicFrameChg>
        <pc:graphicFrameChg chg="add del">
          <ac:chgData name="Utsav Kundu" userId="a21929a9d8c8b5d8" providerId="LiveId" clId="{51C4D88A-08BC-4A33-B158-7BBEBC2962C2}" dt="2025-10-23T22:05:40.552" v="8" actId="26606"/>
          <ac:graphicFrameMkLst>
            <pc:docMk/>
            <pc:sldMk cId="1348288268" sldId="264"/>
            <ac:graphicFrameMk id="8" creationId="{E91D0B39-B0D4-5D02-987A-C2B1DBFD62FB}"/>
          </ac:graphicFrameMkLst>
        </pc:graphicFrameChg>
        <pc:graphicFrameChg chg="add mod">
          <ac:chgData name="Utsav Kundu" userId="a21929a9d8c8b5d8" providerId="LiveId" clId="{51C4D88A-08BC-4A33-B158-7BBEBC2962C2}" dt="2025-10-23T22:07:45.763" v="23"/>
          <ac:graphicFrameMkLst>
            <pc:docMk/>
            <pc:sldMk cId="1348288268" sldId="264"/>
            <ac:graphicFrameMk id="10" creationId="{E0101192-295D-E527-C642-AEFAC874005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FA612A-BAF2-480F-B0BC-44678E86F56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E4C8F4-AE4C-4481-85AA-43A2A344A7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‘Fraud_label’ is our target feature for the dataset, and the two features mentioned here are the most correlated features to the target feature.</a:t>
          </a:r>
        </a:p>
      </dgm:t>
    </dgm:pt>
    <dgm:pt modelId="{718ED3B7-5B24-4F45-B9D3-5E410CE8F26E}" type="parTrans" cxnId="{D7E579E7-CE0F-4180-A392-5B4D68C0F666}">
      <dgm:prSet/>
      <dgm:spPr/>
      <dgm:t>
        <a:bodyPr/>
        <a:lstStyle/>
        <a:p>
          <a:endParaRPr lang="en-US"/>
        </a:p>
      </dgm:t>
    </dgm:pt>
    <dgm:pt modelId="{21FF731D-26DF-45FA-BBC4-1A77F3D1DBA5}" type="sibTrans" cxnId="{D7E579E7-CE0F-4180-A392-5B4D68C0F666}">
      <dgm:prSet/>
      <dgm:spPr/>
      <dgm:t>
        <a:bodyPr/>
        <a:lstStyle/>
        <a:p>
          <a:endParaRPr lang="en-US"/>
        </a:p>
      </dgm:t>
    </dgm:pt>
    <dgm:pt modelId="{96BE9DE4-0C9E-4A34-A17A-2404DBF12C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 this version of the report, I dropped only the “failed_transaction_7d” after doing the FE &amp; EDA.</a:t>
          </a:r>
        </a:p>
      </dgm:t>
    </dgm:pt>
    <dgm:pt modelId="{C8CA4E40-1185-40C6-8684-100E0DAA4AF5}" type="parTrans" cxnId="{5B111E6B-7D2B-4857-8308-F5E2A9716F34}">
      <dgm:prSet/>
      <dgm:spPr/>
      <dgm:t>
        <a:bodyPr/>
        <a:lstStyle/>
        <a:p>
          <a:endParaRPr lang="en-US"/>
        </a:p>
      </dgm:t>
    </dgm:pt>
    <dgm:pt modelId="{BDA19574-DB34-467F-A18A-6F748D6F1BB6}" type="sibTrans" cxnId="{5B111E6B-7D2B-4857-8308-F5E2A9716F34}">
      <dgm:prSet/>
      <dgm:spPr/>
      <dgm:t>
        <a:bodyPr/>
        <a:lstStyle/>
        <a:p>
          <a:endParaRPr lang="en-US"/>
        </a:p>
      </dgm:t>
    </dgm:pt>
    <dgm:pt modelId="{02261117-0EEA-4D2D-AD58-CFAC273BDA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After, that I used the different Machine Learning models as well as Deep Learning model ANN.</a:t>
          </a:r>
        </a:p>
      </dgm:t>
    </dgm:pt>
    <dgm:pt modelId="{7CBA2F3E-5F4A-459B-985B-09BBC0A40433}" type="parTrans" cxnId="{47AD72D0-638B-4A4D-AD82-71D333C0E2E6}">
      <dgm:prSet/>
      <dgm:spPr/>
      <dgm:t>
        <a:bodyPr/>
        <a:lstStyle/>
        <a:p>
          <a:endParaRPr lang="en-US"/>
        </a:p>
      </dgm:t>
    </dgm:pt>
    <dgm:pt modelId="{F93DB650-50C7-4834-837C-18CB4D7F321F}" type="sibTrans" cxnId="{47AD72D0-638B-4A4D-AD82-71D333C0E2E6}">
      <dgm:prSet/>
      <dgm:spPr/>
      <dgm:t>
        <a:bodyPr/>
        <a:lstStyle/>
        <a:p>
          <a:endParaRPr lang="en-US"/>
        </a:p>
      </dgm:t>
    </dgm:pt>
    <dgm:pt modelId="{4E3209BD-BDE9-4E26-A58A-7DE7F4409F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For tree-based models, I didn’t apply any scaling method.</a:t>
          </a:r>
        </a:p>
      </dgm:t>
    </dgm:pt>
    <dgm:pt modelId="{E693BF29-AFD1-46DE-A28C-729F4DDB735D}" type="parTrans" cxnId="{2A56C918-5479-40D8-A802-CFB584991764}">
      <dgm:prSet/>
      <dgm:spPr/>
      <dgm:t>
        <a:bodyPr/>
        <a:lstStyle/>
        <a:p>
          <a:endParaRPr lang="en-US"/>
        </a:p>
      </dgm:t>
    </dgm:pt>
    <dgm:pt modelId="{771C7E91-2612-4985-B223-9232DF7D9452}" type="sibTrans" cxnId="{2A56C918-5479-40D8-A802-CFB584991764}">
      <dgm:prSet/>
      <dgm:spPr/>
      <dgm:t>
        <a:bodyPr/>
        <a:lstStyle/>
        <a:p>
          <a:endParaRPr lang="en-US"/>
        </a:p>
      </dgm:t>
    </dgm:pt>
    <dgm:pt modelId="{863C1F86-331E-46EB-923E-A9A95279B75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For Distance based models, I used the Min Max scaler.</a:t>
          </a:r>
        </a:p>
      </dgm:t>
    </dgm:pt>
    <dgm:pt modelId="{7D2C99FC-90C4-4448-A80A-A736A67FA6F7}" type="parTrans" cxnId="{768B0393-8C03-4303-8828-52F240F74BA5}">
      <dgm:prSet/>
      <dgm:spPr/>
      <dgm:t>
        <a:bodyPr/>
        <a:lstStyle/>
        <a:p>
          <a:endParaRPr lang="en-US"/>
        </a:p>
      </dgm:t>
    </dgm:pt>
    <dgm:pt modelId="{3710EF79-0DE5-4A5C-ABA3-340D3E9FE674}" type="sibTrans" cxnId="{768B0393-8C03-4303-8828-52F240F74BA5}">
      <dgm:prSet/>
      <dgm:spPr/>
      <dgm:t>
        <a:bodyPr/>
        <a:lstStyle/>
        <a:p>
          <a:endParaRPr lang="en-US"/>
        </a:p>
      </dgm:t>
    </dgm:pt>
    <dgm:pt modelId="{599B2009-A742-4D21-A7B5-D6247A3BAF35}" type="pres">
      <dgm:prSet presAssocID="{B5FA612A-BAF2-480F-B0BC-44678E86F567}" presName="root" presStyleCnt="0">
        <dgm:presLayoutVars>
          <dgm:dir/>
          <dgm:resizeHandles val="exact"/>
        </dgm:presLayoutVars>
      </dgm:prSet>
      <dgm:spPr/>
    </dgm:pt>
    <dgm:pt modelId="{56929254-E29F-40D0-86FE-131A44190E54}" type="pres">
      <dgm:prSet presAssocID="{9DE4C8F4-AE4C-4481-85AA-43A2A344A742}" presName="compNode" presStyleCnt="0"/>
      <dgm:spPr/>
    </dgm:pt>
    <dgm:pt modelId="{29723149-6867-4ACA-936B-A45E2DC80D3D}" type="pres">
      <dgm:prSet presAssocID="{9DE4C8F4-AE4C-4481-85AA-43A2A344A742}" presName="iconBgRect" presStyleLbl="bgShp" presStyleIdx="0" presStyleCnt="5"/>
      <dgm:spPr/>
    </dgm:pt>
    <dgm:pt modelId="{712B3FFF-68FE-4C73-937B-A690BB029B95}" type="pres">
      <dgm:prSet presAssocID="{9DE4C8F4-AE4C-4481-85AA-43A2A344A74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13DC77D-BB62-4C30-A17D-CA5534F21360}" type="pres">
      <dgm:prSet presAssocID="{9DE4C8F4-AE4C-4481-85AA-43A2A344A742}" presName="spaceRect" presStyleCnt="0"/>
      <dgm:spPr/>
    </dgm:pt>
    <dgm:pt modelId="{5B1B45E9-8DD4-4057-A3F0-A9E049B901A0}" type="pres">
      <dgm:prSet presAssocID="{9DE4C8F4-AE4C-4481-85AA-43A2A344A742}" presName="textRect" presStyleLbl="revTx" presStyleIdx="0" presStyleCnt="5">
        <dgm:presLayoutVars>
          <dgm:chMax val="1"/>
          <dgm:chPref val="1"/>
        </dgm:presLayoutVars>
      </dgm:prSet>
      <dgm:spPr/>
    </dgm:pt>
    <dgm:pt modelId="{0E06FF5A-27F9-4A80-AB6D-DB59C1E29925}" type="pres">
      <dgm:prSet presAssocID="{21FF731D-26DF-45FA-BBC4-1A77F3D1DBA5}" presName="sibTrans" presStyleCnt="0"/>
      <dgm:spPr/>
    </dgm:pt>
    <dgm:pt modelId="{CE2A9707-009D-4793-81AF-40477AF5D475}" type="pres">
      <dgm:prSet presAssocID="{96BE9DE4-0C9E-4A34-A17A-2404DBF12C7A}" presName="compNode" presStyleCnt="0"/>
      <dgm:spPr/>
    </dgm:pt>
    <dgm:pt modelId="{3223A5B8-0DF1-4637-ACA6-E7C573CB6984}" type="pres">
      <dgm:prSet presAssocID="{96BE9DE4-0C9E-4A34-A17A-2404DBF12C7A}" presName="iconBgRect" presStyleLbl="bgShp" presStyleIdx="1" presStyleCnt="5"/>
      <dgm:spPr/>
    </dgm:pt>
    <dgm:pt modelId="{120EF0C2-11F6-45EC-8122-42B6037D8849}" type="pres">
      <dgm:prSet presAssocID="{96BE9DE4-0C9E-4A34-A17A-2404DBF12C7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2FF1C22F-7284-404D-BEC8-92BC63E2D6F3}" type="pres">
      <dgm:prSet presAssocID="{96BE9DE4-0C9E-4A34-A17A-2404DBF12C7A}" presName="spaceRect" presStyleCnt="0"/>
      <dgm:spPr/>
    </dgm:pt>
    <dgm:pt modelId="{E5988F08-B6DD-439A-870B-A6BEE8A60EFE}" type="pres">
      <dgm:prSet presAssocID="{96BE9DE4-0C9E-4A34-A17A-2404DBF12C7A}" presName="textRect" presStyleLbl="revTx" presStyleIdx="1" presStyleCnt="5">
        <dgm:presLayoutVars>
          <dgm:chMax val="1"/>
          <dgm:chPref val="1"/>
        </dgm:presLayoutVars>
      </dgm:prSet>
      <dgm:spPr/>
    </dgm:pt>
    <dgm:pt modelId="{D3CB7C20-F24A-42E6-839D-CF58F836A541}" type="pres">
      <dgm:prSet presAssocID="{BDA19574-DB34-467F-A18A-6F748D6F1BB6}" presName="sibTrans" presStyleCnt="0"/>
      <dgm:spPr/>
    </dgm:pt>
    <dgm:pt modelId="{CD90B632-E7C6-4D90-B841-689AC43FF687}" type="pres">
      <dgm:prSet presAssocID="{02261117-0EEA-4D2D-AD58-CFAC273BDA7B}" presName="compNode" presStyleCnt="0"/>
      <dgm:spPr/>
    </dgm:pt>
    <dgm:pt modelId="{031D8465-703A-4549-ACE4-E11600BC2CB1}" type="pres">
      <dgm:prSet presAssocID="{02261117-0EEA-4D2D-AD58-CFAC273BDA7B}" presName="iconBgRect" presStyleLbl="bgShp" presStyleIdx="2" presStyleCnt="5"/>
      <dgm:spPr/>
    </dgm:pt>
    <dgm:pt modelId="{A5F242E8-72B5-40EE-874D-9FF1A7DBB8B5}" type="pres">
      <dgm:prSet presAssocID="{02261117-0EEA-4D2D-AD58-CFAC273BDA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6269CEC-0F33-42A6-B5E5-AFE9DDFD7FB0}" type="pres">
      <dgm:prSet presAssocID="{02261117-0EEA-4D2D-AD58-CFAC273BDA7B}" presName="spaceRect" presStyleCnt="0"/>
      <dgm:spPr/>
    </dgm:pt>
    <dgm:pt modelId="{30B2BBCE-876C-416B-9623-F83E40652224}" type="pres">
      <dgm:prSet presAssocID="{02261117-0EEA-4D2D-AD58-CFAC273BDA7B}" presName="textRect" presStyleLbl="revTx" presStyleIdx="2" presStyleCnt="5">
        <dgm:presLayoutVars>
          <dgm:chMax val="1"/>
          <dgm:chPref val="1"/>
        </dgm:presLayoutVars>
      </dgm:prSet>
      <dgm:spPr/>
    </dgm:pt>
    <dgm:pt modelId="{4CAC1E4B-D4EB-4927-B05B-5A3DB5892B3E}" type="pres">
      <dgm:prSet presAssocID="{F93DB650-50C7-4834-837C-18CB4D7F321F}" presName="sibTrans" presStyleCnt="0"/>
      <dgm:spPr/>
    </dgm:pt>
    <dgm:pt modelId="{2B5E8AF2-7448-4E73-B5BE-0B67F42A5B9C}" type="pres">
      <dgm:prSet presAssocID="{4E3209BD-BDE9-4E26-A58A-7DE7F4409FFC}" presName="compNode" presStyleCnt="0"/>
      <dgm:spPr/>
    </dgm:pt>
    <dgm:pt modelId="{F4A88428-36C3-4514-B4FB-EFAE496F6E41}" type="pres">
      <dgm:prSet presAssocID="{4E3209BD-BDE9-4E26-A58A-7DE7F4409FFC}" presName="iconBgRect" presStyleLbl="bgShp" presStyleIdx="3" presStyleCnt="5"/>
      <dgm:spPr/>
    </dgm:pt>
    <dgm:pt modelId="{1B2422D6-C38B-4092-A054-11F1929E6A76}" type="pres">
      <dgm:prSet presAssocID="{4E3209BD-BDE9-4E26-A58A-7DE7F4409FF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3E64E6FB-7F9B-4FE7-93D1-B803D844C479}" type="pres">
      <dgm:prSet presAssocID="{4E3209BD-BDE9-4E26-A58A-7DE7F4409FFC}" presName="spaceRect" presStyleCnt="0"/>
      <dgm:spPr/>
    </dgm:pt>
    <dgm:pt modelId="{52D23430-605F-49E6-889D-90FB88663578}" type="pres">
      <dgm:prSet presAssocID="{4E3209BD-BDE9-4E26-A58A-7DE7F4409FFC}" presName="textRect" presStyleLbl="revTx" presStyleIdx="3" presStyleCnt="5">
        <dgm:presLayoutVars>
          <dgm:chMax val="1"/>
          <dgm:chPref val="1"/>
        </dgm:presLayoutVars>
      </dgm:prSet>
      <dgm:spPr/>
    </dgm:pt>
    <dgm:pt modelId="{DF9D58ED-98BF-4F90-985E-7E87BEEF7FC8}" type="pres">
      <dgm:prSet presAssocID="{771C7E91-2612-4985-B223-9232DF7D9452}" presName="sibTrans" presStyleCnt="0"/>
      <dgm:spPr/>
    </dgm:pt>
    <dgm:pt modelId="{A6038998-911D-4EAA-AAD8-86A5F83E7F70}" type="pres">
      <dgm:prSet presAssocID="{863C1F86-331E-46EB-923E-A9A95279B750}" presName="compNode" presStyleCnt="0"/>
      <dgm:spPr/>
    </dgm:pt>
    <dgm:pt modelId="{C0B25C47-1650-46DE-9F6B-E20945D9AB6C}" type="pres">
      <dgm:prSet presAssocID="{863C1F86-331E-46EB-923E-A9A95279B750}" presName="iconBgRect" presStyleLbl="bgShp" presStyleIdx="4" presStyleCnt="5"/>
      <dgm:spPr/>
    </dgm:pt>
    <dgm:pt modelId="{16EEA4E2-0D9F-4779-A230-95FEAD278926}" type="pres">
      <dgm:prSet presAssocID="{863C1F86-331E-46EB-923E-A9A95279B75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A630E87-6BAB-4B22-A386-34E29B93D33C}" type="pres">
      <dgm:prSet presAssocID="{863C1F86-331E-46EB-923E-A9A95279B750}" presName="spaceRect" presStyleCnt="0"/>
      <dgm:spPr/>
    </dgm:pt>
    <dgm:pt modelId="{62B0B076-7062-4774-8184-023A13F9D412}" type="pres">
      <dgm:prSet presAssocID="{863C1F86-331E-46EB-923E-A9A95279B7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F79EC07-3615-4CE2-9AEF-504AA7827E0E}" type="presOf" srcId="{96BE9DE4-0C9E-4A34-A17A-2404DBF12C7A}" destId="{E5988F08-B6DD-439A-870B-A6BEE8A60EFE}" srcOrd="0" destOrd="0" presId="urn:microsoft.com/office/officeart/2018/5/layout/IconCircleLabelList"/>
    <dgm:cxn modelId="{2A56C918-5479-40D8-A802-CFB584991764}" srcId="{B5FA612A-BAF2-480F-B0BC-44678E86F567}" destId="{4E3209BD-BDE9-4E26-A58A-7DE7F4409FFC}" srcOrd="3" destOrd="0" parTransId="{E693BF29-AFD1-46DE-A28C-729F4DDB735D}" sibTransId="{771C7E91-2612-4985-B223-9232DF7D9452}"/>
    <dgm:cxn modelId="{3F8B6A41-77D5-4F2D-A3D3-EC0CAA568649}" type="presOf" srcId="{863C1F86-331E-46EB-923E-A9A95279B750}" destId="{62B0B076-7062-4774-8184-023A13F9D412}" srcOrd="0" destOrd="0" presId="urn:microsoft.com/office/officeart/2018/5/layout/IconCircleLabelList"/>
    <dgm:cxn modelId="{5B111E6B-7D2B-4857-8308-F5E2A9716F34}" srcId="{B5FA612A-BAF2-480F-B0BC-44678E86F567}" destId="{96BE9DE4-0C9E-4A34-A17A-2404DBF12C7A}" srcOrd="1" destOrd="0" parTransId="{C8CA4E40-1185-40C6-8684-100E0DAA4AF5}" sibTransId="{BDA19574-DB34-467F-A18A-6F748D6F1BB6}"/>
    <dgm:cxn modelId="{1DE33178-2585-4E4D-A20F-227CAAB68E42}" type="presOf" srcId="{4E3209BD-BDE9-4E26-A58A-7DE7F4409FFC}" destId="{52D23430-605F-49E6-889D-90FB88663578}" srcOrd="0" destOrd="0" presId="urn:microsoft.com/office/officeart/2018/5/layout/IconCircleLabelList"/>
    <dgm:cxn modelId="{BDD1B67A-6488-4869-B3DA-ECD94D7A7E00}" type="presOf" srcId="{B5FA612A-BAF2-480F-B0BC-44678E86F567}" destId="{599B2009-A742-4D21-A7B5-D6247A3BAF35}" srcOrd="0" destOrd="0" presId="urn:microsoft.com/office/officeart/2018/5/layout/IconCircleLabelList"/>
    <dgm:cxn modelId="{5564EA91-71DE-459C-AC97-363493B11504}" type="presOf" srcId="{9DE4C8F4-AE4C-4481-85AA-43A2A344A742}" destId="{5B1B45E9-8DD4-4057-A3F0-A9E049B901A0}" srcOrd="0" destOrd="0" presId="urn:microsoft.com/office/officeart/2018/5/layout/IconCircleLabelList"/>
    <dgm:cxn modelId="{768B0393-8C03-4303-8828-52F240F74BA5}" srcId="{B5FA612A-BAF2-480F-B0BC-44678E86F567}" destId="{863C1F86-331E-46EB-923E-A9A95279B750}" srcOrd="4" destOrd="0" parTransId="{7D2C99FC-90C4-4448-A80A-A736A67FA6F7}" sibTransId="{3710EF79-0DE5-4A5C-ABA3-340D3E9FE674}"/>
    <dgm:cxn modelId="{EB9DEFB7-BAB4-4A39-B808-93D8FD08B023}" type="presOf" srcId="{02261117-0EEA-4D2D-AD58-CFAC273BDA7B}" destId="{30B2BBCE-876C-416B-9623-F83E40652224}" srcOrd="0" destOrd="0" presId="urn:microsoft.com/office/officeart/2018/5/layout/IconCircleLabelList"/>
    <dgm:cxn modelId="{47AD72D0-638B-4A4D-AD82-71D333C0E2E6}" srcId="{B5FA612A-BAF2-480F-B0BC-44678E86F567}" destId="{02261117-0EEA-4D2D-AD58-CFAC273BDA7B}" srcOrd="2" destOrd="0" parTransId="{7CBA2F3E-5F4A-459B-985B-09BBC0A40433}" sibTransId="{F93DB650-50C7-4834-837C-18CB4D7F321F}"/>
    <dgm:cxn modelId="{D7E579E7-CE0F-4180-A392-5B4D68C0F666}" srcId="{B5FA612A-BAF2-480F-B0BC-44678E86F567}" destId="{9DE4C8F4-AE4C-4481-85AA-43A2A344A742}" srcOrd="0" destOrd="0" parTransId="{718ED3B7-5B24-4F45-B9D3-5E410CE8F26E}" sibTransId="{21FF731D-26DF-45FA-BBC4-1A77F3D1DBA5}"/>
    <dgm:cxn modelId="{649EA1D9-C431-47E7-AC08-112DF08C42CF}" type="presParOf" srcId="{599B2009-A742-4D21-A7B5-D6247A3BAF35}" destId="{56929254-E29F-40D0-86FE-131A44190E54}" srcOrd="0" destOrd="0" presId="urn:microsoft.com/office/officeart/2018/5/layout/IconCircleLabelList"/>
    <dgm:cxn modelId="{48081FCD-97A4-4ED4-99B8-8CF349984DDD}" type="presParOf" srcId="{56929254-E29F-40D0-86FE-131A44190E54}" destId="{29723149-6867-4ACA-936B-A45E2DC80D3D}" srcOrd="0" destOrd="0" presId="urn:microsoft.com/office/officeart/2018/5/layout/IconCircleLabelList"/>
    <dgm:cxn modelId="{ECC890EC-BC60-485B-A20F-463C8D22B44E}" type="presParOf" srcId="{56929254-E29F-40D0-86FE-131A44190E54}" destId="{712B3FFF-68FE-4C73-937B-A690BB029B95}" srcOrd="1" destOrd="0" presId="urn:microsoft.com/office/officeart/2018/5/layout/IconCircleLabelList"/>
    <dgm:cxn modelId="{33C76AED-4A30-4CD8-8C3D-739042D7A717}" type="presParOf" srcId="{56929254-E29F-40D0-86FE-131A44190E54}" destId="{F13DC77D-BB62-4C30-A17D-CA5534F21360}" srcOrd="2" destOrd="0" presId="urn:microsoft.com/office/officeart/2018/5/layout/IconCircleLabelList"/>
    <dgm:cxn modelId="{02B2479D-F103-4576-A1B2-88ED9ED2FF81}" type="presParOf" srcId="{56929254-E29F-40D0-86FE-131A44190E54}" destId="{5B1B45E9-8DD4-4057-A3F0-A9E049B901A0}" srcOrd="3" destOrd="0" presId="urn:microsoft.com/office/officeart/2018/5/layout/IconCircleLabelList"/>
    <dgm:cxn modelId="{94DE06D1-BDA3-4746-9B2D-E544DACAC58A}" type="presParOf" srcId="{599B2009-A742-4D21-A7B5-D6247A3BAF35}" destId="{0E06FF5A-27F9-4A80-AB6D-DB59C1E29925}" srcOrd="1" destOrd="0" presId="urn:microsoft.com/office/officeart/2018/5/layout/IconCircleLabelList"/>
    <dgm:cxn modelId="{4973BB44-6D46-433B-9F4C-7089E2062E96}" type="presParOf" srcId="{599B2009-A742-4D21-A7B5-D6247A3BAF35}" destId="{CE2A9707-009D-4793-81AF-40477AF5D475}" srcOrd="2" destOrd="0" presId="urn:microsoft.com/office/officeart/2018/5/layout/IconCircleLabelList"/>
    <dgm:cxn modelId="{79E3425D-3F85-4A4E-B934-42B3B73F9BDA}" type="presParOf" srcId="{CE2A9707-009D-4793-81AF-40477AF5D475}" destId="{3223A5B8-0DF1-4637-ACA6-E7C573CB6984}" srcOrd="0" destOrd="0" presId="urn:microsoft.com/office/officeart/2018/5/layout/IconCircleLabelList"/>
    <dgm:cxn modelId="{5F5BEEAD-5EDF-4F55-98F2-BA70ABEE5C80}" type="presParOf" srcId="{CE2A9707-009D-4793-81AF-40477AF5D475}" destId="{120EF0C2-11F6-45EC-8122-42B6037D8849}" srcOrd="1" destOrd="0" presId="urn:microsoft.com/office/officeart/2018/5/layout/IconCircleLabelList"/>
    <dgm:cxn modelId="{5BD79696-2B90-4C5A-BACB-E63E4E825F00}" type="presParOf" srcId="{CE2A9707-009D-4793-81AF-40477AF5D475}" destId="{2FF1C22F-7284-404D-BEC8-92BC63E2D6F3}" srcOrd="2" destOrd="0" presId="urn:microsoft.com/office/officeart/2018/5/layout/IconCircleLabelList"/>
    <dgm:cxn modelId="{A18A82A2-D815-4A5B-9471-4376DB6DE8F1}" type="presParOf" srcId="{CE2A9707-009D-4793-81AF-40477AF5D475}" destId="{E5988F08-B6DD-439A-870B-A6BEE8A60EFE}" srcOrd="3" destOrd="0" presId="urn:microsoft.com/office/officeart/2018/5/layout/IconCircleLabelList"/>
    <dgm:cxn modelId="{34EEC51B-42A3-4C4A-BD4B-B4EF929C6D43}" type="presParOf" srcId="{599B2009-A742-4D21-A7B5-D6247A3BAF35}" destId="{D3CB7C20-F24A-42E6-839D-CF58F836A541}" srcOrd="3" destOrd="0" presId="urn:microsoft.com/office/officeart/2018/5/layout/IconCircleLabelList"/>
    <dgm:cxn modelId="{54A06496-C26F-4BEE-95AC-8C9EC3AF5D76}" type="presParOf" srcId="{599B2009-A742-4D21-A7B5-D6247A3BAF35}" destId="{CD90B632-E7C6-4D90-B841-689AC43FF687}" srcOrd="4" destOrd="0" presId="urn:microsoft.com/office/officeart/2018/5/layout/IconCircleLabelList"/>
    <dgm:cxn modelId="{01840DCC-D662-42D4-BC78-9130B300FD53}" type="presParOf" srcId="{CD90B632-E7C6-4D90-B841-689AC43FF687}" destId="{031D8465-703A-4549-ACE4-E11600BC2CB1}" srcOrd="0" destOrd="0" presId="urn:microsoft.com/office/officeart/2018/5/layout/IconCircleLabelList"/>
    <dgm:cxn modelId="{230D10E8-D494-4BC4-BCE9-5A0CC4037B85}" type="presParOf" srcId="{CD90B632-E7C6-4D90-B841-689AC43FF687}" destId="{A5F242E8-72B5-40EE-874D-9FF1A7DBB8B5}" srcOrd="1" destOrd="0" presId="urn:microsoft.com/office/officeart/2018/5/layout/IconCircleLabelList"/>
    <dgm:cxn modelId="{41762D39-E44E-4736-A7EC-B7AD02B411F4}" type="presParOf" srcId="{CD90B632-E7C6-4D90-B841-689AC43FF687}" destId="{B6269CEC-0F33-42A6-B5E5-AFE9DDFD7FB0}" srcOrd="2" destOrd="0" presId="urn:microsoft.com/office/officeart/2018/5/layout/IconCircleLabelList"/>
    <dgm:cxn modelId="{3A5E1CB3-799E-486A-92D3-D30E17154A6E}" type="presParOf" srcId="{CD90B632-E7C6-4D90-B841-689AC43FF687}" destId="{30B2BBCE-876C-416B-9623-F83E40652224}" srcOrd="3" destOrd="0" presId="urn:microsoft.com/office/officeart/2018/5/layout/IconCircleLabelList"/>
    <dgm:cxn modelId="{DB0CF632-746C-4A49-B928-52ECFA8E7F70}" type="presParOf" srcId="{599B2009-A742-4D21-A7B5-D6247A3BAF35}" destId="{4CAC1E4B-D4EB-4927-B05B-5A3DB5892B3E}" srcOrd="5" destOrd="0" presId="urn:microsoft.com/office/officeart/2018/5/layout/IconCircleLabelList"/>
    <dgm:cxn modelId="{E5706FFF-70DA-4B8B-9B2E-12C9B0D74311}" type="presParOf" srcId="{599B2009-A742-4D21-A7B5-D6247A3BAF35}" destId="{2B5E8AF2-7448-4E73-B5BE-0B67F42A5B9C}" srcOrd="6" destOrd="0" presId="urn:microsoft.com/office/officeart/2018/5/layout/IconCircleLabelList"/>
    <dgm:cxn modelId="{E03D893C-3FB4-4B02-97C7-B6DA32145B2A}" type="presParOf" srcId="{2B5E8AF2-7448-4E73-B5BE-0B67F42A5B9C}" destId="{F4A88428-36C3-4514-B4FB-EFAE496F6E41}" srcOrd="0" destOrd="0" presId="urn:microsoft.com/office/officeart/2018/5/layout/IconCircleLabelList"/>
    <dgm:cxn modelId="{3E44C279-9CE1-4A74-A777-7F1A89CD8ED7}" type="presParOf" srcId="{2B5E8AF2-7448-4E73-B5BE-0B67F42A5B9C}" destId="{1B2422D6-C38B-4092-A054-11F1929E6A76}" srcOrd="1" destOrd="0" presId="urn:microsoft.com/office/officeart/2018/5/layout/IconCircleLabelList"/>
    <dgm:cxn modelId="{3AD3D795-78C7-4AB2-813E-3C7B64F09A6E}" type="presParOf" srcId="{2B5E8AF2-7448-4E73-B5BE-0B67F42A5B9C}" destId="{3E64E6FB-7F9B-4FE7-93D1-B803D844C479}" srcOrd="2" destOrd="0" presId="urn:microsoft.com/office/officeart/2018/5/layout/IconCircleLabelList"/>
    <dgm:cxn modelId="{9CEC4088-600D-4FDB-A738-7E7926B90DAA}" type="presParOf" srcId="{2B5E8AF2-7448-4E73-B5BE-0B67F42A5B9C}" destId="{52D23430-605F-49E6-889D-90FB88663578}" srcOrd="3" destOrd="0" presId="urn:microsoft.com/office/officeart/2018/5/layout/IconCircleLabelList"/>
    <dgm:cxn modelId="{35187FA5-C9A5-4692-868E-571099E9F72F}" type="presParOf" srcId="{599B2009-A742-4D21-A7B5-D6247A3BAF35}" destId="{DF9D58ED-98BF-4F90-985E-7E87BEEF7FC8}" srcOrd="7" destOrd="0" presId="urn:microsoft.com/office/officeart/2018/5/layout/IconCircleLabelList"/>
    <dgm:cxn modelId="{73DEDB20-F769-4A25-9739-3A65B800F1C7}" type="presParOf" srcId="{599B2009-A742-4D21-A7B5-D6247A3BAF35}" destId="{A6038998-911D-4EAA-AAD8-86A5F83E7F70}" srcOrd="8" destOrd="0" presId="urn:microsoft.com/office/officeart/2018/5/layout/IconCircleLabelList"/>
    <dgm:cxn modelId="{77546117-6809-4254-B51F-616FA24B2CD0}" type="presParOf" srcId="{A6038998-911D-4EAA-AAD8-86A5F83E7F70}" destId="{C0B25C47-1650-46DE-9F6B-E20945D9AB6C}" srcOrd="0" destOrd="0" presId="urn:microsoft.com/office/officeart/2018/5/layout/IconCircleLabelList"/>
    <dgm:cxn modelId="{16161660-0CD0-4947-97D5-536E5A60A8FC}" type="presParOf" srcId="{A6038998-911D-4EAA-AAD8-86A5F83E7F70}" destId="{16EEA4E2-0D9F-4779-A230-95FEAD278926}" srcOrd="1" destOrd="0" presId="urn:microsoft.com/office/officeart/2018/5/layout/IconCircleLabelList"/>
    <dgm:cxn modelId="{274EA2D3-8564-482F-B674-A9131AEB2E1B}" type="presParOf" srcId="{A6038998-911D-4EAA-AAD8-86A5F83E7F70}" destId="{3A630E87-6BAB-4B22-A386-34E29B93D33C}" srcOrd="2" destOrd="0" presId="urn:microsoft.com/office/officeart/2018/5/layout/IconCircleLabelList"/>
    <dgm:cxn modelId="{9C0BBC01-E5C6-444F-8218-9060CB077303}" type="presParOf" srcId="{A6038998-911D-4EAA-AAD8-86A5F83E7F70}" destId="{62B0B076-7062-4774-8184-023A13F9D41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23149-6867-4ACA-936B-A45E2DC80D3D}">
      <dsp:nvSpPr>
        <dsp:cNvPr id="0" name=""/>
        <dsp:cNvSpPr/>
      </dsp:nvSpPr>
      <dsp:spPr>
        <a:xfrm>
          <a:off x="529778" y="1542"/>
          <a:ext cx="1052964" cy="10529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B3FFF-68FE-4C73-937B-A690BB029B95}">
      <dsp:nvSpPr>
        <dsp:cNvPr id="0" name=""/>
        <dsp:cNvSpPr/>
      </dsp:nvSpPr>
      <dsp:spPr>
        <a:xfrm>
          <a:off x="754180" y="225944"/>
          <a:ext cx="604160" cy="6041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B45E9-8DD4-4057-A3F0-A9E049B901A0}">
      <dsp:nvSpPr>
        <dsp:cNvPr id="0" name=""/>
        <dsp:cNvSpPr/>
      </dsp:nvSpPr>
      <dsp:spPr>
        <a:xfrm>
          <a:off x="193174" y="1382479"/>
          <a:ext cx="1726171" cy="992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‘Fraud_label’ is our target feature for the dataset, and the two features mentioned here are the most correlated features to the target feature.</a:t>
          </a:r>
        </a:p>
      </dsp:txBody>
      <dsp:txXfrm>
        <a:off x="193174" y="1382479"/>
        <a:ext cx="1726171" cy="992548"/>
      </dsp:txXfrm>
    </dsp:sp>
    <dsp:sp modelId="{3223A5B8-0DF1-4637-ACA6-E7C573CB6984}">
      <dsp:nvSpPr>
        <dsp:cNvPr id="0" name=""/>
        <dsp:cNvSpPr/>
      </dsp:nvSpPr>
      <dsp:spPr>
        <a:xfrm>
          <a:off x="2558030" y="1542"/>
          <a:ext cx="1052964" cy="10529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EF0C2-11F6-45EC-8122-42B6037D8849}">
      <dsp:nvSpPr>
        <dsp:cNvPr id="0" name=""/>
        <dsp:cNvSpPr/>
      </dsp:nvSpPr>
      <dsp:spPr>
        <a:xfrm>
          <a:off x="2782432" y="225944"/>
          <a:ext cx="604160" cy="6041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88F08-B6DD-439A-870B-A6BEE8A60EFE}">
      <dsp:nvSpPr>
        <dsp:cNvPr id="0" name=""/>
        <dsp:cNvSpPr/>
      </dsp:nvSpPr>
      <dsp:spPr>
        <a:xfrm>
          <a:off x="2221426" y="1382479"/>
          <a:ext cx="1726171" cy="992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 this version of the report, I dropped only the “failed_transaction_7d” after doing the FE &amp; EDA.</a:t>
          </a:r>
        </a:p>
      </dsp:txBody>
      <dsp:txXfrm>
        <a:off x="2221426" y="1382479"/>
        <a:ext cx="1726171" cy="992548"/>
      </dsp:txXfrm>
    </dsp:sp>
    <dsp:sp modelId="{031D8465-703A-4549-ACE4-E11600BC2CB1}">
      <dsp:nvSpPr>
        <dsp:cNvPr id="0" name=""/>
        <dsp:cNvSpPr/>
      </dsp:nvSpPr>
      <dsp:spPr>
        <a:xfrm>
          <a:off x="4586282" y="1542"/>
          <a:ext cx="1052964" cy="10529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242E8-72B5-40EE-874D-9FF1A7DBB8B5}">
      <dsp:nvSpPr>
        <dsp:cNvPr id="0" name=""/>
        <dsp:cNvSpPr/>
      </dsp:nvSpPr>
      <dsp:spPr>
        <a:xfrm>
          <a:off x="4810684" y="225944"/>
          <a:ext cx="604160" cy="6041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2BBCE-876C-416B-9623-F83E40652224}">
      <dsp:nvSpPr>
        <dsp:cNvPr id="0" name=""/>
        <dsp:cNvSpPr/>
      </dsp:nvSpPr>
      <dsp:spPr>
        <a:xfrm>
          <a:off x="4249678" y="1382479"/>
          <a:ext cx="1726171" cy="992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After, that I used the different Machine Learning models as well as Deep Learning model ANN.</a:t>
          </a:r>
        </a:p>
      </dsp:txBody>
      <dsp:txXfrm>
        <a:off x="4249678" y="1382479"/>
        <a:ext cx="1726171" cy="992548"/>
      </dsp:txXfrm>
    </dsp:sp>
    <dsp:sp modelId="{F4A88428-36C3-4514-B4FB-EFAE496F6E41}">
      <dsp:nvSpPr>
        <dsp:cNvPr id="0" name=""/>
        <dsp:cNvSpPr/>
      </dsp:nvSpPr>
      <dsp:spPr>
        <a:xfrm>
          <a:off x="1543904" y="2806571"/>
          <a:ext cx="1052964" cy="10529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422D6-C38B-4092-A054-11F1929E6A76}">
      <dsp:nvSpPr>
        <dsp:cNvPr id="0" name=""/>
        <dsp:cNvSpPr/>
      </dsp:nvSpPr>
      <dsp:spPr>
        <a:xfrm>
          <a:off x="1768306" y="3030973"/>
          <a:ext cx="604160" cy="6041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23430-605F-49E6-889D-90FB88663578}">
      <dsp:nvSpPr>
        <dsp:cNvPr id="0" name=""/>
        <dsp:cNvSpPr/>
      </dsp:nvSpPr>
      <dsp:spPr>
        <a:xfrm>
          <a:off x="1207300" y="4187508"/>
          <a:ext cx="1726171" cy="992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For tree-based models, I didn’t apply any scaling method.</a:t>
          </a:r>
        </a:p>
      </dsp:txBody>
      <dsp:txXfrm>
        <a:off x="1207300" y="4187508"/>
        <a:ext cx="1726171" cy="992548"/>
      </dsp:txXfrm>
    </dsp:sp>
    <dsp:sp modelId="{C0B25C47-1650-46DE-9F6B-E20945D9AB6C}">
      <dsp:nvSpPr>
        <dsp:cNvPr id="0" name=""/>
        <dsp:cNvSpPr/>
      </dsp:nvSpPr>
      <dsp:spPr>
        <a:xfrm>
          <a:off x="3572156" y="2806571"/>
          <a:ext cx="1052964" cy="10529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EEA4E2-0D9F-4779-A230-95FEAD278926}">
      <dsp:nvSpPr>
        <dsp:cNvPr id="0" name=""/>
        <dsp:cNvSpPr/>
      </dsp:nvSpPr>
      <dsp:spPr>
        <a:xfrm>
          <a:off x="3796558" y="3030973"/>
          <a:ext cx="604160" cy="6041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0B076-7062-4774-8184-023A13F9D412}">
      <dsp:nvSpPr>
        <dsp:cNvPr id="0" name=""/>
        <dsp:cNvSpPr/>
      </dsp:nvSpPr>
      <dsp:spPr>
        <a:xfrm>
          <a:off x="3235552" y="4187508"/>
          <a:ext cx="1726171" cy="992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For Distance based models, I used the Min Max scaler.</a:t>
          </a:r>
        </a:p>
      </dsp:txBody>
      <dsp:txXfrm>
        <a:off x="3235552" y="4187508"/>
        <a:ext cx="1726171" cy="992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85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1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19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08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4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6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1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5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7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0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19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51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62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91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36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859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2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4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76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B73E-8382-A1CA-0F2D-A74B3C522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3785" y="1380068"/>
            <a:ext cx="4978303" cy="2616199"/>
          </a:xfrm>
        </p:spPr>
        <p:txBody>
          <a:bodyPr>
            <a:normAutofit/>
          </a:bodyPr>
          <a:lstStyle/>
          <a:p>
            <a:r>
              <a:rPr lang="en-US"/>
              <a:t>Fraud Detection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E6010-D294-E6E1-00D8-6B0798278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1575" y="3996267"/>
            <a:ext cx="4080514" cy="1139151"/>
          </a:xfrm>
        </p:spPr>
        <p:txBody>
          <a:bodyPr>
            <a:normAutofit/>
          </a:bodyPr>
          <a:lstStyle/>
          <a:p>
            <a:r>
              <a:rPr lang="en-US" dirty="0"/>
              <a:t>Report : Models with </a:t>
            </a:r>
            <a:r>
              <a:rPr lang="en-US" dirty="0" err="1"/>
              <a:t>failed_transaction</a:t>
            </a:r>
            <a:r>
              <a:rPr lang="en-US" dirty="0"/>
              <a:t> dropped after FE &amp; EDA</a:t>
            </a:r>
          </a:p>
        </p:txBody>
      </p:sp>
      <p:pic>
        <p:nvPicPr>
          <p:cNvPr id="6" name="Graphic 5" descr="Robber">
            <a:extLst>
              <a:ext uri="{FF2B5EF4-FFF2-40B4-BE49-F238E27FC236}">
                <a16:creationId xmlns:a16="http://schemas.microsoft.com/office/drawing/2014/main" id="{D7BEA0FC-04BF-ABB8-99F5-CF92CA154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3801" y="1614524"/>
            <a:ext cx="3341190" cy="33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C4BA-42C1-E722-7F42-8D5383E0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&amp; their correlation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0101192-295D-E527-C642-AEFAC8740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428714"/>
              </p:ext>
            </p:extLst>
          </p:nvPr>
        </p:nvGraphicFramePr>
        <p:xfrm>
          <a:off x="4648200" y="609600"/>
          <a:ext cx="6169025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44E84-5D30-C593-7F87-6494111D1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Fraud_Label</a:t>
            </a:r>
            <a:r>
              <a:rPr lang="en-US" dirty="0"/>
              <a:t>                        1.000000</a:t>
            </a:r>
          </a:p>
          <a:p>
            <a:r>
              <a:rPr lang="en-US" dirty="0"/>
              <a:t>Failed_Transaction_Count_7d	            0.509871</a:t>
            </a:r>
          </a:p>
          <a:p>
            <a:r>
              <a:rPr lang="en-US" dirty="0" err="1"/>
              <a:t>Risk_Score</a:t>
            </a:r>
            <a:r>
              <a:rPr lang="en-US" dirty="0"/>
              <a:t>                         0.385810</a:t>
            </a:r>
          </a:p>
        </p:txBody>
      </p:sp>
    </p:spTree>
    <p:extLst>
      <p:ext uri="{BB962C8B-B14F-4D97-AF65-F5344CB8AC3E}">
        <p14:creationId xmlns:p14="http://schemas.microsoft.com/office/powerpoint/2010/main" val="134828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079F-FB62-C923-6384-C256C882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FCA20-8186-20E6-49D9-2FFA6D3C3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A3F05-E640-0DBF-3070-4AF8467BEB3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3260363"/>
          </a:xfrm>
        </p:spPr>
        <p:txBody>
          <a:bodyPr>
            <a:noAutofit/>
          </a:bodyPr>
          <a:lstStyle/>
          <a:p>
            <a:r>
              <a:rPr lang="en-US" sz="1000" dirty="0" err="1"/>
              <a:t>accuracy_score</a:t>
            </a:r>
            <a:r>
              <a:rPr lang="en-US" sz="1000" dirty="0"/>
              <a:t> : 0.78632</a:t>
            </a:r>
          </a:p>
          <a:p>
            <a:r>
              <a:rPr lang="en-US" sz="1000" dirty="0"/>
              <a:t>Confusion matrix : </a:t>
            </a:r>
          </a:p>
          <a:p>
            <a:r>
              <a:rPr lang="en-US" sz="1000" dirty="0"/>
              <a:t>[[7747  701]</a:t>
            </a:r>
          </a:p>
          <a:p>
            <a:r>
              <a:rPr lang="en-US" sz="1000" dirty="0"/>
              <a:t> [1970 2082]]</a:t>
            </a:r>
          </a:p>
          <a:p>
            <a:r>
              <a:rPr lang="en-US" sz="1000" dirty="0"/>
              <a:t>              precision    recall  f1-score   support</a:t>
            </a:r>
          </a:p>
          <a:p>
            <a:endParaRPr lang="en-US" sz="1000" dirty="0"/>
          </a:p>
          <a:p>
            <a:r>
              <a:rPr lang="en-US" sz="1000" dirty="0"/>
              <a:t>           0       0.80      0.92      0.85      8448</a:t>
            </a:r>
          </a:p>
          <a:p>
            <a:r>
              <a:rPr lang="en-US" sz="1000" dirty="0"/>
              <a:t>           1       0.75      0.51      0.61      4052</a:t>
            </a:r>
          </a:p>
          <a:p>
            <a:endParaRPr lang="en-US" sz="1000" dirty="0"/>
          </a:p>
          <a:p>
            <a:r>
              <a:rPr lang="en-US" sz="1000" dirty="0"/>
              <a:t>    accuracy                           0.79     12500</a:t>
            </a:r>
          </a:p>
          <a:p>
            <a:r>
              <a:rPr lang="en-US" sz="1000" dirty="0"/>
              <a:t>   macro avg       0.77      0.72      0.73     12500</a:t>
            </a:r>
          </a:p>
          <a:p>
            <a:r>
              <a:rPr lang="en-US" sz="1000" dirty="0"/>
              <a:t>weighted avg       0.78      0.79      0.77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6A6B3-2A43-123C-1ACF-522D28C9A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SVC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E02B68-8E64-3114-82FC-D7BE036517B1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326036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0.67584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[4052    0]]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0       0.68      1.00      0.81      8448</a:t>
            </a:r>
          </a:p>
          <a:p>
            <a:r>
              <a:rPr lang="en-US" dirty="0"/>
              <a:t>           1       0.00      0.00      0.00      4052</a:t>
            </a:r>
          </a:p>
          <a:p>
            <a:endParaRPr lang="en-US" dirty="0"/>
          </a:p>
          <a:p>
            <a:r>
              <a:rPr lang="en-US" dirty="0"/>
              <a:t>    accuracy                           0.68     12500</a:t>
            </a:r>
          </a:p>
          <a:p>
            <a:r>
              <a:rPr lang="en-US" dirty="0"/>
              <a:t>   macro avg       0.34      0.50      0.40     12500</a:t>
            </a:r>
          </a:p>
          <a:p>
            <a:r>
              <a:rPr lang="en-US" dirty="0"/>
              <a:t>weighted avg       0.46      0.68      0.55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5B67EC-6A2A-80D3-5688-2809A2F5C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383048-974F-36F2-D89E-94900C0F6D6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326036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0.63104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[[7047 1401]</a:t>
            </a:r>
          </a:p>
          <a:p>
            <a:r>
              <a:rPr lang="en-US" dirty="0"/>
              <a:t> [3211  841]]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0       0.69      0.83      0.75      8448</a:t>
            </a:r>
          </a:p>
          <a:p>
            <a:r>
              <a:rPr lang="en-US" dirty="0"/>
              <a:t>           1       0.38      0.21      0.27      4052</a:t>
            </a:r>
          </a:p>
          <a:p>
            <a:endParaRPr lang="en-US" dirty="0"/>
          </a:p>
          <a:p>
            <a:r>
              <a:rPr lang="en-US" dirty="0"/>
              <a:t>    accuracy                           0.63     12500</a:t>
            </a:r>
          </a:p>
          <a:p>
            <a:r>
              <a:rPr lang="en-US" dirty="0"/>
              <a:t>   macro avg       0.53      0.52      0.51     12500</a:t>
            </a:r>
          </a:p>
          <a:p>
            <a:r>
              <a:rPr lang="en-US" dirty="0"/>
              <a:t>weighted avg       0.59      0.63      0.60     12500</a:t>
            </a:r>
          </a:p>
        </p:txBody>
      </p:sp>
    </p:spTree>
    <p:extLst>
      <p:ext uri="{BB962C8B-B14F-4D97-AF65-F5344CB8AC3E}">
        <p14:creationId xmlns:p14="http://schemas.microsoft.com/office/powerpoint/2010/main" val="96414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CABC6D-4D8F-5A8E-C9C0-0A396F403B1C}"/>
              </a:ext>
            </a:extLst>
          </p:cNvPr>
          <p:cNvSpPr/>
          <p:nvPr/>
        </p:nvSpPr>
        <p:spPr>
          <a:xfrm>
            <a:off x="73742" y="2239297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Logistic Regression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406FDF-B53E-CBB2-1303-41128DD03C9F}"/>
              </a:ext>
            </a:extLst>
          </p:cNvPr>
          <p:cNvSpPr/>
          <p:nvPr/>
        </p:nvSpPr>
        <p:spPr>
          <a:xfrm>
            <a:off x="4198375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SVC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78339-E006-DB48-E038-AD3CFA6186E8}"/>
              </a:ext>
            </a:extLst>
          </p:cNvPr>
          <p:cNvSpPr/>
          <p:nvPr/>
        </p:nvSpPr>
        <p:spPr>
          <a:xfrm>
            <a:off x="8323008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KNN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86E84-ABB8-2E28-D0DC-74ADEDF18A83}"/>
              </a:ext>
            </a:extLst>
          </p:cNvPr>
          <p:cNvSpPr/>
          <p:nvPr/>
        </p:nvSpPr>
        <p:spPr>
          <a:xfrm>
            <a:off x="73741" y="149590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789CAE-4002-1144-21A0-4357C8F32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005" y="3650578"/>
            <a:ext cx="3795253" cy="3092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834DA-812E-A9E3-C8F3-76FC84FEB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373" y="3650578"/>
            <a:ext cx="3795252" cy="3092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A765C7-5900-F450-9D79-774F3EDA7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1" y="3650578"/>
            <a:ext cx="3795253" cy="30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5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C4DE-C7B2-4DAC-05B2-F02F7EE0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Probability based Algorithm(NB)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FC919-9E02-E1F3-514D-957F21DFD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603500"/>
            <a:ext cx="3481054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dirty="0" err="1"/>
              <a:t>accuracy_score</a:t>
            </a:r>
            <a:r>
              <a:rPr lang="en-US" sz="1000" dirty="0"/>
              <a:t> : 0.67584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[[8448    0]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 [4052    0]]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dirty="0"/>
              <a:t>           0       0.68      1.00      0.81      8448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           1       0.00      0.00      0.00      4052</a:t>
            </a:r>
          </a:p>
          <a:p>
            <a:pPr>
              <a:lnSpc>
                <a:spcPct val="90000"/>
              </a:lnSpc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dirty="0"/>
              <a:t>    accuracy                           0.68     12500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   macro avg       0.34      0.50      0.40     12500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weighted avg       0.46      0.68      0.55     12500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3D5E04-B168-EDCF-D19A-94396F3116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70834-95E1-80DD-AF87-CC5E643BF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771" y="2103967"/>
            <a:ext cx="5111579" cy="372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C8D6-8DA0-CFAE-E5E6-DB845087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592D1-3A49-A3E9-988D-96E037A3C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D11EB-5B17-A120-70CD-F5FC7D55072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0.71704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[[6550 1898]</a:t>
            </a:r>
          </a:p>
          <a:p>
            <a:r>
              <a:rPr lang="en-US" dirty="0"/>
              <a:t> [1639 2413]]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0       0.80      0.78      0.79      8448</a:t>
            </a:r>
          </a:p>
          <a:p>
            <a:r>
              <a:rPr lang="en-US" dirty="0"/>
              <a:t>           1       0.56      0.60      0.58      4052</a:t>
            </a:r>
          </a:p>
          <a:p>
            <a:endParaRPr lang="en-US" dirty="0"/>
          </a:p>
          <a:p>
            <a:r>
              <a:rPr lang="en-US" dirty="0"/>
              <a:t>    accuracy                           0.72     12500</a:t>
            </a:r>
          </a:p>
          <a:p>
            <a:r>
              <a:rPr lang="en-US" dirty="0"/>
              <a:t>   macro avg       0.68      0.69      0.68     12500</a:t>
            </a:r>
          </a:p>
          <a:p>
            <a:r>
              <a:rPr lang="en-US" dirty="0"/>
              <a:t>weighted avg       0.72      0.72      0.72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55488-01A6-11F3-67D2-C72CEDB97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4DF529-0A15-631F-678A-F880FED64F34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0.82864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[2142 1910]]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0       0.80      1.00      0.89      8448</a:t>
            </a:r>
          </a:p>
          <a:p>
            <a:r>
              <a:rPr lang="en-US" dirty="0"/>
              <a:t>           1       1.00      0.47      0.64      4052</a:t>
            </a:r>
          </a:p>
          <a:p>
            <a:endParaRPr lang="en-US" dirty="0"/>
          </a:p>
          <a:p>
            <a:r>
              <a:rPr lang="en-US" dirty="0"/>
              <a:t>    accuracy                           0.83     12500</a:t>
            </a:r>
          </a:p>
          <a:p>
            <a:r>
              <a:rPr lang="en-US" dirty="0"/>
              <a:t>   macro avg       0.90      0.74      0.76     12500</a:t>
            </a:r>
          </a:p>
          <a:p>
            <a:r>
              <a:rPr lang="en-US" dirty="0"/>
              <a:t>weighted avg       0.86      0.83      0.81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F71B54-6A96-367C-4FE0-203BB0F60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03324B-494A-B8CF-D474-EB0D75FAD7C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0.82848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[[8445    3]</a:t>
            </a:r>
          </a:p>
          <a:p>
            <a:r>
              <a:rPr lang="en-US" dirty="0"/>
              <a:t> [2141 1911]]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0       0.80      1.00      0.89      8448</a:t>
            </a:r>
          </a:p>
          <a:p>
            <a:r>
              <a:rPr lang="en-US" dirty="0"/>
              <a:t>           1       1.00      0.47      0.64      4052</a:t>
            </a:r>
          </a:p>
          <a:p>
            <a:endParaRPr lang="en-US" dirty="0"/>
          </a:p>
          <a:p>
            <a:r>
              <a:rPr lang="en-US" dirty="0"/>
              <a:t>    accuracy                           0.83     12500</a:t>
            </a:r>
          </a:p>
          <a:p>
            <a:r>
              <a:rPr lang="en-US" dirty="0"/>
              <a:t>   macro avg       0.90      0.74      0.76     12500</a:t>
            </a:r>
          </a:p>
          <a:p>
            <a:r>
              <a:rPr lang="en-US" dirty="0"/>
              <a:t>weighted avg       0.86      0.83      0.81     12500</a:t>
            </a:r>
          </a:p>
        </p:txBody>
      </p:sp>
    </p:spTree>
    <p:extLst>
      <p:ext uri="{BB962C8B-B14F-4D97-AF65-F5344CB8AC3E}">
        <p14:creationId xmlns:p14="http://schemas.microsoft.com/office/powerpoint/2010/main" val="4112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4712-5A58-7FB7-62E3-53BAD605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9E8C2E-6C07-767B-D748-CE268175B143}"/>
              </a:ext>
            </a:extLst>
          </p:cNvPr>
          <p:cNvSpPr/>
          <p:nvPr/>
        </p:nvSpPr>
        <p:spPr>
          <a:xfrm>
            <a:off x="73743" y="2235433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Decision Tree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0DEBE-752F-D568-0006-B2BD490F7573}"/>
              </a:ext>
            </a:extLst>
          </p:cNvPr>
          <p:cNvSpPr/>
          <p:nvPr/>
        </p:nvSpPr>
        <p:spPr>
          <a:xfrm>
            <a:off x="4311444" y="2235432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Random Forest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8E2C4-7251-F4B4-CF38-7207D291241F}"/>
              </a:ext>
            </a:extLst>
          </p:cNvPr>
          <p:cNvSpPr/>
          <p:nvPr/>
        </p:nvSpPr>
        <p:spPr>
          <a:xfrm>
            <a:off x="8323005" y="2235431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Adaboost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220E2-E7FE-0F78-647E-56476B8CF938}"/>
              </a:ext>
            </a:extLst>
          </p:cNvPr>
          <p:cNvSpPr/>
          <p:nvPr/>
        </p:nvSpPr>
        <p:spPr>
          <a:xfrm>
            <a:off x="73742" y="116933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517F1-7372-86FE-D078-A206EBD1B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005" y="3648818"/>
            <a:ext cx="3795253" cy="30922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66E610-AD8C-C253-32DB-5AD65037B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444" y="3648818"/>
            <a:ext cx="3795252" cy="30922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E5F88E-36AF-92F3-AB1E-67A9D5C8B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2" y="3648818"/>
            <a:ext cx="3795253" cy="30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1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D58E8-7FCE-C8F4-B563-DD35157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A9157F-D673-1147-3F60-068E9746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dirty="0"/>
              <a:t>Gradient boost (Tree based)</a:t>
            </a:r>
          </a:p>
        </p:txBody>
      </p:sp>
      <p:pic>
        <p:nvPicPr>
          <p:cNvPr id="6" name="Content Placeholder 5" descr="A comparison of a graph&#10;&#10;AI-generated content may be incorrect.">
            <a:extLst>
              <a:ext uri="{FF2B5EF4-FFF2-40B4-BE49-F238E27FC236}">
                <a16:creationId xmlns:a16="http://schemas.microsoft.com/office/drawing/2014/main" id="{97ACC84C-A307-C2FE-D2A0-026BED1641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3464" y="1372900"/>
            <a:ext cx="6897878" cy="412148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6639-BBA7-C64C-91B0-826C47D98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65806" y="2251587"/>
            <a:ext cx="3706762" cy="3972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/>
              <a:t>accuracy_score : 0.82848</a:t>
            </a:r>
          </a:p>
          <a:p>
            <a:pPr>
              <a:lnSpc>
                <a:spcPct val="90000"/>
              </a:lnSpc>
            </a:pPr>
            <a:r>
              <a:rPr lang="en-US" sz="13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300"/>
              <a:t>[[8446    2]</a:t>
            </a:r>
          </a:p>
          <a:p>
            <a:pPr>
              <a:lnSpc>
                <a:spcPct val="90000"/>
              </a:lnSpc>
            </a:pPr>
            <a:r>
              <a:rPr lang="en-US" sz="1300"/>
              <a:t> [2142 1910]]</a:t>
            </a:r>
          </a:p>
          <a:p>
            <a:pPr>
              <a:lnSpc>
                <a:spcPct val="90000"/>
              </a:lnSpc>
            </a:pPr>
            <a:r>
              <a:rPr lang="en-US" sz="13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/>
              <a:t>           0       0.80      1.00      0.89      8448</a:t>
            </a:r>
          </a:p>
          <a:p>
            <a:pPr>
              <a:lnSpc>
                <a:spcPct val="90000"/>
              </a:lnSpc>
            </a:pPr>
            <a:r>
              <a:rPr lang="en-US" sz="1300"/>
              <a:t>           1       1.00      0.47      0.64      4052</a:t>
            </a:r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/>
              <a:t>    accuracy                           0.83     12500</a:t>
            </a:r>
          </a:p>
          <a:p>
            <a:pPr>
              <a:lnSpc>
                <a:spcPct val="90000"/>
              </a:lnSpc>
            </a:pPr>
            <a:r>
              <a:rPr lang="en-US" sz="1300"/>
              <a:t>   macro avg       0.90      0.74      0.76     12500</a:t>
            </a:r>
          </a:p>
          <a:p>
            <a:pPr>
              <a:lnSpc>
                <a:spcPct val="90000"/>
              </a:lnSpc>
            </a:pPr>
            <a:r>
              <a:rPr lang="en-US" sz="1300"/>
              <a:t>weighted avg       0.86      0.83      0.81     12500     0.51      0.67      0.55     12500</a:t>
            </a:r>
          </a:p>
        </p:txBody>
      </p:sp>
    </p:spTree>
    <p:extLst>
      <p:ext uri="{BB962C8B-B14F-4D97-AF65-F5344CB8AC3E}">
        <p14:creationId xmlns:p14="http://schemas.microsoft.com/office/powerpoint/2010/main" val="364681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B8538-A106-2C60-231A-B3FB9919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6" name="Content Placeholder 5" descr="A comparison of a graph&#10;&#10;AI-generated content may be incorrect.">
            <a:extLst>
              <a:ext uri="{FF2B5EF4-FFF2-40B4-BE49-F238E27FC236}">
                <a16:creationId xmlns:a16="http://schemas.microsoft.com/office/drawing/2014/main" id="{F1A6B3D6-6D38-57F5-6582-0154D1D573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b="585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3E20F8-074D-4B3B-AE66-7BBD6F1C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68A5C37-E0A9-462D-BC65-C14D9025F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962026" y="607814"/>
            <a:ext cx="10264775" cy="5640586"/>
          </a:xfrm>
          <a:prstGeom prst="rect">
            <a:avLst/>
          </a:prstGeom>
          <a:solidFill>
            <a:schemeClr val="bg1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None/>
              <a:tabLst/>
              <a:defRPr/>
            </a:pPr>
            <a:endParaRPr kumimoji="0" lang="en-US" sz="1600" b="0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FF2CD-6CC3-0DA0-8EA4-48A99B06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067" y="787400"/>
            <a:ext cx="9437159" cy="1278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0" i="0"/>
              <a:t>ANN(Deep learning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26A3-F238-C138-8BA1-129BBD57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0067" y="2142067"/>
            <a:ext cx="9437159" cy="3725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/>
              <a:t>accuracy_score : 0.7712</a:t>
            </a:r>
          </a:p>
          <a:p>
            <a:pPr>
              <a:lnSpc>
                <a:spcPct val="90000"/>
              </a:lnSpc>
            </a:pPr>
            <a:r>
              <a:rPr lang="en-US" sz="13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300"/>
              <a:t>[[8442    6]</a:t>
            </a:r>
          </a:p>
          <a:p>
            <a:pPr>
              <a:lnSpc>
                <a:spcPct val="90000"/>
              </a:lnSpc>
            </a:pPr>
            <a:r>
              <a:rPr lang="en-US" sz="1300"/>
              <a:t> [2854 1198]]</a:t>
            </a:r>
          </a:p>
          <a:p>
            <a:pPr>
              <a:lnSpc>
                <a:spcPct val="90000"/>
              </a:lnSpc>
            </a:pPr>
            <a:r>
              <a:rPr lang="en-US" sz="13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/>
              <a:t>           0       0.75      1.00      0.86      8448</a:t>
            </a:r>
          </a:p>
          <a:p>
            <a:pPr>
              <a:lnSpc>
                <a:spcPct val="90000"/>
              </a:lnSpc>
            </a:pPr>
            <a:r>
              <a:rPr lang="en-US" sz="1300"/>
              <a:t>           1       1.00      0.30      0.46      4052</a:t>
            </a:r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/>
              <a:t>    accuracy                           0.77     12500</a:t>
            </a:r>
          </a:p>
          <a:p>
            <a:pPr>
              <a:lnSpc>
                <a:spcPct val="90000"/>
              </a:lnSpc>
            </a:pPr>
            <a:r>
              <a:rPr lang="en-US" sz="1300"/>
              <a:t>   macro avg       0.87      0.65      0.66     12500</a:t>
            </a:r>
          </a:p>
          <a:p>
            <a:pPr>
              <a:lnSpc>
                <a:spcPct val="90000"/>
              </a:lnSpc>
            </a:pPr>
            <a:r>
              <a:rPr lang="en-US" sz="1300"/>
              <a:t>weighted avg       0.83      0.77      0.73     12500</a:t>
            </a:r>
          </a:p>
        </p:txBody>
      </p:sp>
    </p:spTree>
    <p:extLst>
      <p:ext uri="{BB962C8B-B14F-4D97-AF65-F5344CB8AC3E}">
        <p14:creationId xmlns:p14="http://schemas.microsoft.com/office/powerpoint/2010/main" val="7124916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96</TotalTime>
  <Words>638</Words>
  <Application>Microsoft Office PowerPoint</Application>
  <PresentationFormat>Widescreen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Fraud Detection</vt:lpstr>
      <vt:lpstr>Features &amp; their correlation</vt:lpstr>
      <vt:lpstr>Distance Based Algorithms</vt:lpstr>
      <vt:lpstr>PowerPoint Presentation</vt:lpstr>
      <vt:lpstr>Probability based Algorithm(NB)</vt:lpstr>
      <vt:lpstr>Tree Based Algorithms</vt:lpstr>
      <vt:lpstr>PowerPoint Presentation</vt:lpstr>
      <vt:lpstr>Gradient boost (Tree based)</vt:lpstr>
      <vt:lpstr>ANN(Deep learning model)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Utsav</dc:creator>
  <cp:lastModifiedBy>Utsav Kundu</cp:lastModifiedBy>
  <cp:revision>44</cp:revision>
  <dcterms:created xsi:type="dcterms:W3CDTF">2025-10-22T21:52:15Z</dcterms:created>
  <dcterms:modified xsi:type="dcterms:W3CDTF">2025-10-24T21:44:26Z</dcterms:modified>
</cp:coreProperties>
</file>
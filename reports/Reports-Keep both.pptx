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48370D6-44E5-4DBA-A70E-C3630C132B26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CA049C5-A0FA-4955-8E79-D9ACFDB765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06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97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39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01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674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158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27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422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820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403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56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776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487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9832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0232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CA049C5-A0FA-4955-8E79-D9ACFDB765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651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CA049C5-A0FA-4955-8E79-D9ACFDB765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115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CA049C5-A0FA-4955-8E79-D9ACFDB7655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342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BB73E-8382-A1CA-0F2D-A74B3C522D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Fraud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E6010-D294-E6E1-00D8-6B07982787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Report : Models with both features kept during FE &amp; EDA</a:t>
            </a:r>
          </a:p>
        </p:txBody>
      </p:sp>
    </p:spTree>
    <p:extLst>
      <p:ext uri="{BB962C8B-B14F-4D97-AF65-F5344CB8AC3E}">
        <p14:creationId xmlns:p14="http://schemas.microsoft.com/office/powerpoint/2010/main" val="98168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C079F-FB62-C923-6384-C256C8824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Based Algorithms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FCA20-8186-20E6-49D9-2FFA6D3C3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A3F05-E640-0DBF-3070-4AF8467BEB3A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3260363"/>
          </a:xfrm>
        </p:spPr>
        <p:txBody>
          <a:bodyPr>
            <a:noAutofit/>
          </a:bodyPr>
          <a:lstStyle/>
          <a:p>
            <a:r>
              <a:rPr lang="en-US" sz="1000" dirty="0"/>
              <a:t>Accuracy score : 0.80264</a:t>
            </a:r>
          </a:p>
          <a:p>
            <a:r>
              <a:rPr lang="en-US" sz="1000" dirty="0"/>
              <a:t>Confusion matrix : </a:t>
            </a:r>
          </a:p>
          <a:p>
            <a:r>
              <a:rPr lang="en-US" sz="1000" dirty="0"/>
              <a:t>[[7434 1014]</a:t>
            </a:r>
          </a:p>
          <a:p>
            <a:r>
              <a:rPr lang="en-US" sz="1000" dirty="0"/>
              <a:t> [1453 2599]]</a:t>
            </a:r>
          </a:p>
          <a:p>
            <a:r>
              <a:rPr lang="en-US" sz="1000" dirty="0"/>
              <a:t>              precision    recall  f1-score   support</a:t>
            </a:r>
          </a:p>
          <a:p>
            <a:r>
              <a:rPr lang="en-US" sz="1000" dirty="0"/>
              <a:t>           0       0.84      0.88      0.86      8448</a:t>
            </a:r>
          </a:p>
          <a:p>
            <a:r>
              <a:rPr lang="en-US" sz="1000" dirty="0"/>
              <a:t>           1       0.72      0.64      0.68      4052</a:t>
            </a:r>
          </a:p>
          <a:p>
            <a:endParaRPr lang="en-US" sz="1000" dirty="0"/>
          </a:p>
          <a:p>
            <a:r>
              <a:rPr lang="en-US" sz="1000" dirty="0"/>
              <a:t>    accuracy                           0.80     12500</a:t>
            </a:r>
          </a:p>
          <a:p>
            <a:r>
              <a:rPr lang="en-US" sz="1000" dirty="0"/>
              <a:t>   macro avg       0.78      0.76      0.77     12500</a:t>
            </a:r>
          </a:p>
          <a:p>
            <a:r>
              <a:rPr lang="en-US" sz="1000" dirty="0"/>
              <a:t>weighted avg       0.80      0.80      0.80     12500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66A6B3-2A43-123C-1ACF-522D28C9A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SVC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E02B68-8E64-3114-82FC-D7BE036517B1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326036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Accuracy score : 0.77632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[[8448    0]</a:t>
            </a:r>
          </a:p>
          <a:p>
            <a:r>
              <a:rPr lang="en-US" dirty="0"/>
              <a:t> [2796 1256]]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0       0.75      1.00      0.86      8448</a:t>
            </a:r>
          </a:p>
          <a:p>
            <a:r>
              <a:rPr lang="en-US" dirty="0"/>
              <a:t>           1       1.00      0.31      0.47      4052</a:t>
            </a:r>
          </a:p>
          <a:p>
            <a:endParaRPr lang="en-US" dirty="0"/>
          </a:p>
          <a:p>
            <a:r>
              <a:rPr lang="en-US" dirty="0"/>
              <a:t>    accuracy                           0.78     12500</a:t>
            </a:r>
          </a:p>
          <a:p>
            <a:r>
              <a:rPr lang="en-US" dirty="0"/>
              <a:t>   macro avg       0.88      0.65      0.67     12500</a:t>
            </a:r>
          </a:p>
          <a:p>
            <a:r>
              <a:rPr lang="en-US" dirty="0"/>
              <a:t>weighted avg       0.83      0.78      0.73     12500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15B67EC-6A2A-80D3-5688-2809A2F5C1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KNN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D383048-974F-36F2-D89E-94900C0F6D66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326036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Accuracy score : 0.81616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[[7870  578]</a:t>
            </a:r>
          </a:p>
          <a:p>
            <a:r>
              <a:rPr lang="en-US" dirty="0"/>
              <a:t> [1720 2332]]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0       0.82      0.93      0.87      8448</a:t>
            </a:r>
          </a:p>
          <a:p>
            <a:r>
              <a:rPr lang="en-US" dirty="0"/>
              <a:t>           1       0.80      0.58      0.67      4052</a:t>
            </a:r>
          </a:p>
          <a:p>
            <a:endParaRPr lang="en-US" dirty="0"/>
          </a:p>
          <a:p>
            <a:r>
              <a:rPr lang="en-US" dirty="0"/>
              <a:t>    accuracy                           0.82     12500</a:t>
            </a:r>
          </a:p>
          <a:p>
            <a:r>
              <a:rPr lang="en-US" dirty="0"/>
              <a:t>   macro avg       0.81      0.75      0.77     12500</a:t>
            </a:r>
          </a:p>
          <a:p>
            <a:r>
              <a:rPr lang="en-US" dirty="0"/>
              <a:t>weighted avg       0.81      0.82      0.81     12500</a:t>
            </a:r>
          </a:p>
        </p:txBody>
      </p:sp>
    </p:spTree>
    <p:extLst>
      <p:ext uri="{BB962C8B-B14F-4D97-AF65-F5344CB8AC3E}">
        <p14:creationId xmlns:p14="http://schemas.microsoft.com/office/powerpoint/2010/main" val="964144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419AC-A039-1219-BDAB-FA49664FD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3B0D-D2CF-4DCF-D6C1-9617A15D9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Based Algorithms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D9226-5BB3-A7D6-0B5F-FB2DDB177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D555F0-3F33-8152-FA03-00E23A73EF8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3260363"/>
          </a:xfrm>
        </p:spPr>
        <p:txBody>
          <a:bodyPr>
            <a:noAutofit/>
          </a:bodyPr>
          <a:lstStyle/>
          <a:p>
            <a:endParaRPr lang="en-US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683A29-BE40-E979-02E4-B0ACB728B9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SVC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69FF5E-EAD6-4995-AE5F-CB6DA02948BF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326036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685481-C54C-B0DB-BDD2-7407FFC665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KNN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F4AA8A3-D0FB-A59F-F931-EECE13634095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326036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BF25B3-C6B4-A2D0-67FD-7DEC34764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2" y="3179759"/>
            <a:ext cx="3148914" cy="326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5826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28</TotalTime>
  <Words>177</Words>
  <Application>Microsoft Office PowerPoint</Application>
  <PresentationFormat>Widescreen</PresentationFormat>
  <Paragraphs>45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Century Gothic</vt:lpstr>
      <vt:lpstr>Wingdings 3</vt:lpstr>
      <vt:lpstr>Ion Boardroom</vt:lpstr>
      <vt:lpstr>Fraud Detection</vt:lpstr>
      <vt:lpstr>Distance Based Algorithms</vt:lpstr>
      <vt:lpstr>Distance Based Algorithms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Utsav Utsav</dc:creator>
  <cp:lastModifiedBy>Utsav Utsav</cp:lastModifiedBy>
  <cp:revision>12</cp:revision>
  <dcterms:created xsi:type="dcterms:W3CDTF">2025-10-22T21:52:15Z</dcterms:created>
  <dcterms:modified xsi:type="dcterms:W3CDTF">2025-10-22T22:26:00Z</dcterms:modified>
</cp:coreProperties>
</file>
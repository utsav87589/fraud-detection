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7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5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9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0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9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7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7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9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4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736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599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65685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349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555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2251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31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4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5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56BD-4F85-A71B-EA6E-25C8F46EE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1" y="1454964"/>
            <a:ext cx="3339281" cy="3308840"/>
          </a:xfrm>
        </p:spPr>
        <p:txBody>
          <a:bodyPr>
            <a:normAutofit/>
          </a:bodyPr>
          <a:lstStyle/>
          <a:p>
            <a:r>
              <a:rPr lang="en-US" sz="3800"/>
              <a:t>Unsupervised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7DFE1-FF7C-11D0-BCB4-E17D5E20C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1" y="4763803"/>
            <a:ext cx="3339281" cy="1464378"/>
          </a:xfrm>
        </p:spPr>
        <p:txBody>
          <a:bodyPr>
            <a:normAutofit/>
          </a:bodyPr>
          <a:lstStyle/>
          <a:p>
            <a:r>
              <a:rPr lang="en-US" sz="1800"/>
              <a:t>Fraud Detection Dataset</a:t>
            </a:r>
          </a:p>
        </p:txBody>
      </p:sp>
      <p:pic>
        <p:nvPicPr>
          <p:cNvPr id="16" name="Picture 15" descr="Cherry blossoms">
            <a:extLst>
              <a:ext uri="{FF2B5EF4-FFF2-40B4-BE49-F238E27FC236}">
                <a16:creationId xmlns:a16="http://schemas.microsoft.com/office/drawing/2014/main" id="{DC7BAA2D-F63C-D2A8-D642-AE275C4EA6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2" r="25740" b="-1"/>
          <a:stretch>
            <a:fillRect/>
          </a:stretch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5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753EF2A-E126-4B21-AC3D-7BF4258F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BC4FB4-19BD-4626-A293-D8411F0E2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BAB8189-D27D-423E-B154-5E4DFD3F5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122E102-9E03-43D3-B783-795507F4D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AF0C8C1-0967-4B1A-9850-8B4AF2F3F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DD20243-46C6-46E5-A705-B67ADDC88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28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7EBD1-7168-6AAF-24AE-C22301DE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F0788-471E-8DAD-EFAD-D1140226C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75861" y="804671"/>
            <a:ext cx="6399930" cy="52486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/>
              <a:t>In this version of report, I used the unsupervised ML algorithms like Kmeans, DB scan and Hierarchal mean clustering, later on I used Isolation forest, LOF and Dbscan for the local and global outliers detection</a:t>
            </a:r>
          </a:p>
        </p:txBody>
      </p:sp>
    </p:spTree>
    <p:extLst>
      <p:ext uri="{BB962C8B-B14F-4D97-AF65-F5344CB8AC3E}">
        <p14:creationId xmlns:p14="http://schemas.microsoft.com/office/powerpoint/2010/main" val="109150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71D7-27EA-4276-AF2E-62B69C22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Kmeans</a:t>
            </a:r>
            <a:r>
              <a:rPr lang="en-US" dirty="0"/>
              <a:t>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69A4-360A-641B-CF3C-A5780744C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WCSS score then K=5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509839-89CA-D96B-A277-935D4A8A0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2797693"/>
            <a:ext cx="4395787" cy="317555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C0F5C-FAC1-EC3B-3517-460B62F3E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 err="1"/>
              <a:t>silhouette_score</a:t>
            </a:r>
            <a:r>
              <a:rPr lang="en-US" sz="1600" dirty="0"/>
              <a:t> : 0.29834111729800394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E2DEB5-1F64-F506-C2A5-03391AAFBA7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2722959"/>
            <a:ext cx="4395788" cy="33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2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95D5-99C9-E662-A146-1CB82C6E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3E20-B015-CD6F-B6E6-5447507E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scan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16CED-B3A9-4FD6-9297-0C135BC1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eps = 0.5, based on graph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ABE0B-0BB8-D364-45CB-ABA056B69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 err="1"/>
              <a:t>silhouette_score</a:t>
            </a:r>
            <a:r>
              <a:rPr lang="en-US" sz="1600" dirty="0"/>
              <a:t> : 0.48950774910394285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C160DD-E451-323D-6563-BADB350CA4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2725999"/>
            <a:ext cx="4395787" cy="3318939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88B3C2B-0419-B73F-A4E4-F6683010307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2722959"/>
            <a:ext cx="4395788" cy="33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24E2-2328-33E0-9A8B-5324D0AD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A686-7200-C0B9-5BA3-193D61C1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7879-7C3B-7BF1-6622-99D98F91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Dendogram</a:t>
            </a:r>
            <a:r>
              <a:rPr lang="en-US" dirty="0"/>
              <a:t> then n =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35B92-5B18-790F-DA69-74492BB1A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 err="1"/>
              <a:t>silhouette_score</a:t>
            </a:r>
            <a:r>
              <a:rPr lang="en-US" sz="1600" dirty="0"/>
              <a:t> : 0.5227620253396797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AC21B7-E900-C0BC-3BFF-2EC243A65B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2722959"/>
            <a:ext cx="4395787" cy="332501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78F29D4-6573-2CFF-8FE6-692F92744D7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2722959"/>
            <a:ext cx="4395788" cy="33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7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D8A0-34F2-8A39-2F8C-1E7F9CF1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Forest : Global Outliers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5DB91-2DC1-5199-8A6E-91DE89FC9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3" y="1425677"/>
            <a:ext cx="4396338" cy="1055585"/>
          </a:xfrm>
        </p:spPr>
        <p:txBody>
          <a:bodyPr/>
          <a:lstStyle/>
          <a:p>
            <a:r>
              <a:rPr lang="en-US" sz="1200" dirty="0"/>
              <a:t>In Isolation forest, I first made the graph shown below using the contamination as auto, then based on this graph later I came up with contamination = 0.02, and then made the outliers.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160854-584F-6554-F9E5-BFDFC40DA2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2787353"/>
            <a:ext cx="4395787" cy="319623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DF72D-E8DE-ABF3-0444-826489D99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4495" y="1425677"/>
            <a:ext cx="4396339" cy="1055585"/>
          </a:xfrm>
        </p:spPr>
        <p:txBody>
          <a:bodyPr/>
          <a:lstStyle/>
          <a:p>
            <a:r>
              <a:rPr lang="en-US" dirty="0"/>
              <a:t>Graph : outliers(global)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F6A3B61-FE6C-A5BE-E8D0-9F6CDF78FFD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5" y="2787353"/>
            <a:ext cx="4395788" cy="319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2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4895BFE-F64B-41CE-869C-71C4A06BD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E1D0-DFBF-96FB-9101-0B4DF2D1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LOF : Local Outliers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6FAA9E-989B-4A11-9EF3-1D6E0664B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EBFDE49C-243A-4B0B-AA88-FCB35F42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32F6E-A13B-C862-2460-59686C858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>
                <a:solidFill>
                  <a:schemeClr val="bg1"/>
                </a:solidFill>
              </a:rPr>
              <a:t>For local outliers, I used LOF from sklearn.neighbors libaray, I set the value of n_neighbors = 4, algorithm = ‘auto’</a:t>
            </a:r>
          </a:p>
          <a:p>
            <a:pPr>
              <a:buFont typeface="Wingdings 3" charset="2"/>
              <a:buChar char=""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Content Placeholder 5" descr="A blue and red dots&#10;&#10;AI-generated content may be incorrect.">
            <a:extLst>
              <a:ext uri="{FF2B5EF4-FFF2-40B4-BE49-F238E27FC236}">
                <a16:creationId xmlns:a16="http://schemas.microsoft.com/office/drawing/2014/main" id="{74415149-29C0-8AAE-62F7-59354AFA7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091916" y="2709729"/>
            <a:ext cx="5451627" cy="333912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3866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C97B-D33D-0DAE-D9FD-A7820D2C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11" y="2028470"/>
            <a:ext cx="9404723" cy="1400530"/>
          </a:xfrm>
        </p:spPr>
        <p:txBody>
          <a:bodyPr/>
          <a:lstStyle/>
          <a:p>
            <a:r>
              <a:rPr lang="en-US" dirty="0"/>
              <a:t>Thanks for watching,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57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172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Wingdings</vt:lpstr>
      <vt:lpstr>Wingdings 3</vt:lpstr>
      <vt:lpstr>Ion</vt:lpstr>
      <vt:lpstr>Unsupervised ML</vt:lpstr>
      <vt:lpstr>Overview</vt:lpstr>
      <vt:lpstr>Kmeans Clustering</vt:lpstr>
      <vt:lpstr>DB scan clustering</vt:lpstr>
      <vt:lpstr>HM clustering</vt:lpstr>
      <vt:lpstr>Isolation Forest : Global Outliers</vt:lpstr>
      <vt:lpstr>LOF : Local Outliers</vt:lpstr>
      <vt:lpstr>Thanks for watching,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Kundu</dc:creator>
  <cp:lastModifiedBy>Utsav Kundu</cp:lastModifiedBy>
  <cp:revision>12</cp:revision>
  <dcterms:created xsi:type="dcterms:W3CDTF">2025-10-25T17:57:44Z</dcterms:created>
  <dcterms:modified xsi:type="dcterms:W3CDTF">2025-10-25T18:20:21Z</dcterms:modified>
</cp:coreProperties>
</file>